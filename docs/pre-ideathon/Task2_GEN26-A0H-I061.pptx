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083"/>
    <a:srgbClr val="000000"/>
    <a:srgbClr val="00040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08" dt="2026-10-09T18:57:01.630"/>
    <p1510:client id="{511CB3C4-FBED-09B5-CD03-B410C2C6E5B1}" v="527" dt="2026-10-09T18:57:15.253"/>
    <p1510:client id="{8408E54E-9D4A-4597-8837-0C5BB255310E}" v="1542" dt="2026-10-09T18:56:28.431"/>
    <p1510:client id="{FA69C23C-8D05-AAEE-4EE6-100AFA4CC933}" v="302" dt="2026-10-09T18:52:27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A69C23C-8D05-AAEE-4EE6-100AFA4CC933}"/>
    <pc:docChg chg="modSld">
      <pc:chgData name="Guest User" userId="" providerId="Windows Live" clId="Web-{FA69C23C-8D05-AAEE-4EE6-100AFA4CC933}" dt="2026-10-09T18:52:27.798" v="235" actId="1076"/>
      <pc:docMkLst>
        <pc:docMk/>
      </pc:docMkLst>
      <pc:sldChg chg="addSp delSp modSp">
        <pc:chgData name="Guest User" userId="" providerId="Windows Live" clId="Web-{FA69C23C-8D05-AAEE-4EE6-100AFA4CC933}" dt="2026-10-09T18:27:37.668" v="225" actId="14100"/>
        <pc:sldMkLst>
          <pc:docMk/>
          <pc:sldMk cId="0" sldId="259"/>
        </pc:sldMkLst>
        <pc:spChg chg="mod">
          <ac:chgData name="Guest User" userId="" providerId="Windows Live" clId="Web-{FA69C23C-8D05-AAEE-4EE6-100AFA4CC933}" dt="2026-10-09T18:14:12.876" v="135" actId="1076"/>
          <ac:spMkLst>
            <pc:docMk/>
            <pc:sldMk cId="0" sldId="259"/>
            <ac:spMk id="2" creationId="{00000000-0000-0000-0000-000000000000}"/>
          </ac:spMkLst>
        </pc:spChg>
        <pc:spChg chg="del">
          <ac:chgData name="Guest User" userId="" providerId="Windows Live" clId="Web-{FA69C23C-8D05-AAEE-4EE6-100AFA4CC933}" dt="2026-10-09T18:09:54.915" v="118"/>
          <ac:spMkLst>
            <pc:docMk/>
            <pc:sldMk cId="0" sldId="259"/>
            <ac:spMk id="7" creationId="{00000000-0000-0000-0000-000000000000}"/>
          </ac:spMkLst>
        </pc:spChg>
        <pc:spChg chg="mod">
          <ac:chgData name="Guest User" userId="" providerId="Windows Live" clId="Web-{FA69C23C-8D05-AAEE-4EE6-100AFA4CC933}" dt="2026-10-09T18:13:47.781" v="133" actId="14100"/>
          <ac:spMkLst>
            <pc:docMk/>
            <pc:sldMk cId="0" sldId="259"/>
            <ac:spMk id="10" creationId="{00000000-0000-0000-0000-000000000000}"/>
          </ac:spMkLst>
        </pc:spChg>
        <pc:spChg chg="add del mod">
          <ac:chgData name="Guest User" userId="" providerId="Windows Live" clId="Web-{FA69C23C-8D05-AAEE-4EE6-100AFA4CC933}" dt="2026-10-09T17:40:32.309" v="3"/>
          <ac:spMkLst>
            <pc:docMk/>
            <pc:sldMk cId="0" sldId="259"/>
            <ac:spMk id="11" creationId="{77F45FA3-3ED7-E6E0-6E87-556641EBC729}"/>
          </ac:spMkLst>
        </pc:spChg>
        <pc:spChg chg="del">
          <ac:chgData name="Guest User" userId="" providerId="Windows Live" clId="Web-{FA69C23C-8D05-AAEE-4EE6-100AFA4CC933}" dt="2026-10-09T17:42:22.204" v="10"/>
          <ac:spMkLst>
            <pc:docMk/>
            <pc:sldMk cId="0" sldId="259"/>
            <ac:spMk id="12" creationId="{27B593B9-D45A-9CE6-0CFA-57BB6737152D}"/>
          </ac:spMkLst>
        </pc:spChg>
        <pc:spChg chg="add del">
          <ac:chgData name="Guest User" userId="" providerId="Windows Live" clId="Web-{FA69C23C-8D05-AAEE-4EE6-100AFA4CC933}" dt="2026-10-09T17:41:42.499" v="9"/>
          <ac:spMkLst>
            <pc:docMk/>
            <pc:sldMk cId="0" sldId="259"/>
            <ac:spMk id="13" creationId="{82D1BE8B-70EB-28DB-7C80-F7575F173A61}"/>
          </ac:spMkLst>
        </pc:spChg>
        <pc:spChg chg="mod">
          <ac:chgData name="Guest User" userId="" providerId="Windows Live" clId="Web-{FA69C23C-8D05-AAEE-4EE6-100AFA4CC933}" dt="2026-10-09T18:27:15.214" v="224" actId="1076"/>
          <ac:spMkLst>
            <pc:docMk/>
            <pc:sldMk cId="0" sldId="259"/>
            <ac:spMk id="14" creationId="{64D8B5F6-28B3-B8B6-D829-F7419A5B1F6D}"/>
          </ac:spMkLst>
        </pc:spChg>
        <pc:spChg chg="mod">
          <ac:chgData name="Guest User" userId="" providerId="Windows Live" clId="Web-{FA69C23C-8D05-AAEE-4EE6-100AFA4CC933}" dt="2026-10-09T18:27:37.668" v="225" actId="14100"/>
          <ac:spMkLst>
            <pc:docMk/>
            <pc:sldMk cId="0" sldId="259"/>
            <ac:spMk id="15" creationId="{61CDC7E1-8A91-4176-3DB4-D58F50D410D5}"/>
          </ac:spMkLst>
        </pc:spChg>
        <pc:picChg chg="del">
          <ac:chgData name="Guest User" userId="" providerId="Windows Live" clId="Web-{FA69C23C-8D05-AAEE-4EE6-100AFA4CC933}" dt="2026-10-09T18:09:41.602" v="117"/>
          <ac:picMkLst>
            <pc:docMk/>
            <pc:sldMk cId="0" sldId="259"/>
            <ac:picMk id="8" creationId="{00000000-0000-0000-0000-000000000000}"/>
          </ac:picMkLst>
        </pc:picChg>
      </pc:sldChg>
      <pc:sldChg chg="addSp modSp">
        <pc:chgData name="Guest User" userId="" providerId="Windows Live" clId="Web-{FA69C23C-8D05-AAEE-4EE6-100AFA4CC933}" dt="2026-10-09T18:30:13.127" v="229"/>
        <pc:sldMkLst>
          <pc:docMk/>
          <pc:sldMk cId="0" sldId="260"/>
        </pc:sldMkLst>
        <pc:spChg chg="mod">
          <ac:chgData name="Guest User" userId="" providerId="Windows Live" clId="Web-{FA69C23C-8D05-AAEE-4EE6-100AFA4CC933}" dt="2026-10-09T18:29:20.563" v="228" actId="14100"/>
          <ac:spMkLst>
            <pc:docMk/>
            <pc:sldMk cId="0" sldId="260"/>
            <ac:spMk id="11" creationId="{09F51757-E4A3-B61E-1476-FF662DD18E14}"/>
          </ac:spMkLst>
        </pc:spChg>
        <pc:cxnChg chg="add">
          <ac:chgData name="Guest User" userId="" providerId="Windows Live" clId="Web-{FA69C23C-8D05-AAEE-4EE6-100AFA4CC933}" dt="2026-10-09T18:30:13.127" v="229"/>
          <ac:cxnSpMkLst>
            <pc:docMk/>
            <pc:sldMk cId="0" sldId="260"/>
            <ac:cxnSpMk id="9" creationId="{F17FC9B4-F997-47F7-4AA0-99258D2721F4}"/>
          </ac:cxnSpMkLst>
        </pc:cxnChg>
      </pc:sldChg>
      <pc:sldChg chg="delSp modSp">
        <pc:chgData name="Guest User" userId="" providerId="Windows Live" clId="Web-{FA69C23C-8D05-AAEE-4EE6-100AFA4CC933}" dt="2026-10-09T18:06:58.409" v="116" actId="20577"/>
        <pc:sldMkLst>
          <pc:docMk/>
          <pc:sldMk cId="0" sldId="261"/>
        </pc:sldMkLst>
        <pc:spChg chg="mod">
          <ac:chgData name="Guest User" userId="" providerId="Windows Live" clId="Web-{FA69C23C-8D05-AAEE-4EE6-100AFA4CC933}" dt="2026-10-09T18:01:31.242" v="91" actId="1076"/>
          <ac:spMkLst>
            <pc:docMk/>
            <pc:sldMk cId="0" sldId="261"/>
            <ac:spMk id="2" creationId="{00000000-0000-0000-0000-000000000000}"/>
          </ac:spMkLst>
        </pc:spChg>
        <pc:spChg chg="del">
          <ac:chgData name="Guest User" userId="" providerId="Windows Live" clId="Web-{FA69C23C-8D05-AAEE-4EE6-100AFA4CC933}" dt="2026-10-09T18:01:57.790" v="95"/>
          <ac:spMkLst>
            <pc:docMk/>
            <pc:sldMk cId="0" sldId="261"/>
            <ac:spMk id="7" creationId="{00000000-0000-0000-0000-000000000000}"/>
          </ac:spMkLst>
        </pc:spChg>
        <pc:spChg chg="mod">
          <ac:chgData name="Guest User" userId="" providerId="Windows Live" clId="Web-{FA69C23C-8D05-AAEE-4EE6-100AFA4CC933}" dt="2026-10-09T18:06:58.409" v="116" actId="20577"/>
          <ac:spMkLst>
            <pc:docMk/>
            <pc:sldMk cId="0" sldId="261"/>
            <ac:spMk id="11" creationId="{77657C4D-11FE-33AA-3471-673887D2DB4A}"/>
          </ac:spMkLst>
        </pc:spChg>
        <pc:spChg chg="mod">
          <ac:chgData name="Guest User" userId="" providerId="Windows Live" clId="Web-{FA69C23C-8D05-AAEE-4EE6-100AFA4CC933}" dt="2026-10-09T18:06:57.268" v="114" actId="20577"/>
          <ac:spMkLst>
            <pc:docMk/>
            <pc:sldMk cId="0" sldId="261"/>
            <ac:spMk id="12" creationId="{B32284E4-51DC-379C-1E10-042B5A355030}"/>
          </ac:spMkLst>
        </pc:spChg>
        <pc:spChg chg="mod">
          <ac:chgData name="Guest User" userId="" providerId="Windows Live" clId="Web-{FA69C23C-8D05-AAEE-4EE6-100AFA4CC933}" dt="2026-10-09T18:04:39.701" v="103" actId="1076"/>
          <ac:spMkLst>
            <pc:docMk/>
            <pc:sldMk cId="0" sldId="261"/>
            <ac:spMk id="13" creationId="{3A7DAD4F-B780-B5D2-5768-3A88EA97A0D7}"/>
          </ac:spMkLst>
        </pc:spChg>
        <pc:picChg chg="del">
          <ac:chgData name="Guest User" userId="" providerId="Windows Live" clId="Web-{FA69C23C-8D05-AAEE-4EE6-100AFA4CC933}" dt="2026-10-09T18:01:54.977" v="94"/>
          <ac:picMkLst>
            <pc:docMk/>
            <pc:sldMk cId="0" sldId="261"/>
            <ac:picMk id="8" creationId="{00000000-0000-0000-0000-000000000000}"/>
          </ac:picMkLst>
        </pc:picChg>
      </pc:sldChg>
      <pc:sldChg chg="addSp delSp modSp">
        <pc:chgData name="Guest User" userId="" providerId="Windows Live" clId="Web-{FA69C23C-8D05-AAEE-4EE6-100AFA4CC933}" dt="2026-10-09T18:52:27.798" v="235" actId="1076"/>
        <pc:sldMkLst>
          <pc:docMk/>
          <pc:sldMk cId="0" sldId="263"/>
        </pc:sldMkLst>
        <pc:spChg chg="del">
          <ac:chgData name="Guest User" userId="" providerId="Windows Live" clId="Web-{FA69C23C-8D05-AAEE-4EE6-100AFA4CC933}" dt="2026-10-09T17:43:37.628" v="15"/>
          <ac:spMkLst>
            <pc:docMk/>
            <pc:sldMk cId="0" sldId="263"/>
            <ac:spMk id="7" creationId="{00000000-0000-0000-0000-000000000000}"/>
          </ac:spMkLst>
        </pc:spChg>
        <pc:spChg chg="del">
          <ac:chgData name="Guest User" userId="" providerId="Windows Live" clId="Web-{FA69C23C-8D05-AAEE-4EE6-100AFA4CC933}" dt="2026-10-09T17:43:37.628" v="13"/>
          <ac:spMkLst>
            <pc:docMk/>
            <pc:sldMk cId="0" sldId="263"/>
            <ac:spMk id="9" creationId="{00000000-0000-0000-0000-000000000000}"/>
          </ac:spMkLst>
        </pc:spChg>
        <pc:spChg chg="del">
          <ac:chgData name="Guest User" userId="" providerId="Windows Live" clId="Web-{FA69C23C-8D05-AAEE-4EE6-100AFA4CC933}" dt="2026-10-09T17:43:37.628" v="12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Guest User" userId="" providerId="Windows Live" clId="Web-{FA69C23C-8D05-AAEE-4EE6-100AFA4CC933}" dt="2026-10-09T17:57:33.827" v="86"/>
          <ac:spMkLst>
            <pc:docMk/>
            <pc:sldMk cId="0" sldId="263"/>
            <ac:spMk id="11" creationId="{3D4788D8-F50E-1BB4-E3E4-7F377B7902A7}"/>
          </ac:spMkLst>
        </pc:spChg>
        <pc:spChg chg="add mod">
          <ac:chgData name="Guest User" userId="" providerId="Windows Live" clId="Web-{FA69C23C-8D05-AAEE-4EE6-100AFA4CC933}" dt="2026-10-09T17:52:36.506" v="74"/>
          <ac:spMkLst>
            <pc:docMk/>
            <pc:sldMk cId="0" sldId="263"/>
            <ac:spMk id="12" creationId="{96C4DECC-F2AF-58CA-7FE1-3BF4D366D9B5}"/>
          </ac:spMkLst>
        </pc:spChg>
        <pc:spChg chg="add mod">
          <ac:chgData name="Guest User" userId="" providerId="Windows Live" clId="Web-{FA69C23C-8D05-AAEE-4EE6-100AFA4CC933}" dt="2026-10-09T17:52:57.944" v="76"/>
          <ac:spMkLst>
            <pc:docMk/>
            <pc:sldMk cId="0" sldId="263"/>
            <ac:spMk id="13" creationId="{0A0E997C-528B-F760-E9C5-A2DB6158A67D}"/>
          </ac:spMkLst>
        </pc:spChg>
        <pc:spChg chg="add del">
          <ac:chgData name="Guest User" userId="" providerId="Windows Live" clId="Web-{FA69C23C-8D05-AAEE-4EE6-100AFA4CC933}" dt="2026-10-09T17:50:14.595" v="63"/>
          <ac:spMkLst>
            <pc:docMk/>
            <pc:sldMk cId="0" sldId="263"/>
            <ac:spMk id="14" creationId="{AB253CEA-499C-5F3E-8142-9979C38E077E}"/>
          </ac:spMkLst>
        </pc:spChg>
        <pc:spChg chg="add del">
          <ac:chgData name="Guest User" userId="" providerId="Windows Live" clId="Web-{FA69C23C-8D05-AAEE-4EE6-100AFA4CC933}" dt="2026-10-09T17:53:36.945" v="78"/>
          <ac:spMkLst>
            <pc:docMk/>
            <pc:sldMk cId="0" sldId="263"/>
            <ac:spMk id="15" creationId="{5C6B1729-754B-1326-26FF-6C5A831CEC9C}"/>
          </ac:spMkLst>
        </pc:spChg>
        <pc:picChg chg="del">
          <ac:chgData name="Guest User" userId="" providerId="Windows Live" clId="Web-{FA69C23C-8D05-AAEE-4EE6-100AFA4CC933}" dt="2026-10-09T17:43:37.628" v="14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Guest User" userId="" providerId="Windows Live" clId="Web-{FA69C23C-8D05-AAEE-4EE6-100AFA4CC933}" dt="2026-10-09T18:52:27.798" v="235" actId="1076"/>
          <ac:picMkLst>
            <pc:docMk/>
            <pc:sldMk cId="0" sldId="263"/>
            <ac:picMk id="17" creationId="{DEB36F49-1C7C-0B08-438E-475696AB278D}"/>
          </ac:picMkLst>
        </pc:picChg>
      </pc:sldChg>
      <pc:sldChg chg="modSp">
        <pc:chgData name="Guest User" userId="" providerId="Windows Live" clId="Web-{FA69C23C-8D05-AAEE-4EE6-100AFA4CC933}" dt="2026-10-09T18:50:23.669" v="232" actId="1076"/>
        <pc:sldMkLst>
          <pc:docMk/>
          <pc:sldMk cId="2263554614" sldId="264"/>
        </pc:sldMkLst>
        <pc:picChg chg="mod">
          <ac:chgData name="Guest User" userId="" providerId="Windows Live" clId="Web-{FA69C23C-8D05-AAEE-4EE6-100AFA4CC933}" dt="2026-10-09T18:50:23.669" v="232" actId="1076"/>
          <ac:picMkLst>
            <pc:docMk/>
            <pc:sldMk cId="2263554614" sldId="264"/>
            <ac:picMk id="4" creationId="{DFC333DE-4480-2EC0-2B0C-EE27996E6A64}"/>
          </ac:picMkLst>
        </pc:picChg>
      </pc:sldChg>
    </pc:docChg>
  </pc:docChgLst>
  <pc:docChgLst>
    <pc:chgData name="Sarvesh S" userId="d942646d14b01d87" providerId="LiveId" clId="{3F90CDCA-9EB2-4A04-AC50-6E6815BD0CCC}"/>
    <pc:docChg chg="undo custSel addSld delSld modSld modSection">
      <pc:chgData name="Sarvesh S" userId="d942646d14b01d87" providerId="LiveId" clId="{3F90CDCA-9EB2-4A04-AC50-6E6815BD0CCC}" dt="2026-10-09T18:56:28.431" v="1592" actId="1076"/>
      <pc:docMkLst>
        <pc:docMk/>
      </pc:docMkLst>
      <pc:sldChg chg="modSp mod">
        <pc:chgData name="Sarvesh S" userId="d942646d14b01d87" providerId="LiveId" clId="{3F90CDCA-9EB2-4A04-AC50-6E6815BD0CCC}" dt="2026-10-09T18:06:47.134" v="1464" actId="14100"/>
        <pc:sldMkLst>
          <pc:docMk/>
          <pc:sldMk cId="0" sldId="256"/>
        </pc:sldMkLst>
        <pc:spChg chg="mod">
          <ac:chgData name="Sarvesh S" userId="d942646d14b01d87" providerId="LiveId" clId="{3F90CDCA-9EB2-4A04-AC50-6E6815BD0CCC}" dt="2026-10-09T18:06:47.134" v="1464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rvesh S" userId="d942646d14b01d87" providerId="LiveId" clId="{3F90CDCA-9EB2-4A04-AC50-6E6815BD0CCC}" dt="2026-10-09T18:06:18.639" v="1461" actId="1076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Sarvesh S" userId="d942646d14b01d87" providerId="LiveId" clId="{3F90CDCA-9EB2-4A04-AC50-6E6815BD0CCC}" dt="2026-10-09T18:56:28.431" v="1592" actId="1076"/>
        <pc:sldMkLst>
          <pc:docMk/>
          <pc:sldMk cId="0" sldId="257"/>
        </pc:sldMkLst>
        <pc:spChg chg="mod">
          <ac:chgData name="Sarvesh S" userId="d942646d14b01d87" providerId="LiveId" clId="{3F90CDCA-9EB2-4A04-AC50-6E6815BD0CCC}" dt="2026-10-09T15:07:35.987" v="49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rvesh S" userId="d942646d14b01d87" providerId="LiveId" clId="{3F90CDCA-9EB2-4A04-AC50-6E6815BD0CCC}" dt="2026-10-09T15:07:07.830" v="4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rvesh S" userId="d942646d14b01d87" providerId="LiveId" clId="{3F90CDCA-9EB2-4A04-AC50-6E6815BD0CCC}" dt="2026-10-09T17:39:39.554" v="79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rvesh S" userId="d942646d14b01d87" providerId="LiveId" clId="{3F90CDCA-9EB2-4A04-AC50-6E6815BD0CCC}" dt="2026-10-09T17:39:29.569" v="79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rvesh S" userId="d942646d14b01d87" providerId="LiveId" clId="{3F90CDCA-9EB2-4A04-AC50-6E6815BD0CCC}" dt="2026-10-09T17:40:31.962" v="977" actId="20577"/>
          <ac:spMkLst>
            <pc:docMk/>
            <pc:sldMk cId="0" sldId="257"/>
            <ac:spMk id="10" creationId="{00000000-0000-0000-0000-000000000000}"/>
          </ac:spMkLst>
        </pc:spChg>
        <pc:picChg chg="mod">
          <ac:chgData name="Sarvesh S" userId="d942646d14b01d87" providerId="LiveId" clId="{3F90CDCA-9EB2-4A04-AC50-6E6815BD0CCC}" dt="2026-10-09T18:44:39.975" v="1540" actId="107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Sarvesh S" userId="d942646d14b01d87" providerId="LiveId" clId="{3F90CDCA-9EB2-4A04-AC50-6E6815BD0CCC}" dt="2026-10-09T18:56:28.431" v="1592" actId="1076"/>
          <ac:picMkLst>
            <pc:docMk/>
            <pc:sldMk cId="0" sldId="257"/>
            <ac:picMk id="12" creationId="{8CC3E253-66F3-2D9C-BAD4-5B03F35AFEC4}"/>
          </ac:picMkLst>
        </pc:picChg>
      </pc:sldChg>
      <pc:sldChg chg="addSp delSp modSp mod">
        <pc:chgData name="Sarvesh S" userId="d942646d14b01d87" providerId="LiveId" clId="{3F90CDCA-9EB2-4A04-AC50-6E6815BD0CCC}" dt="2026-10-09T18:55:05.542" v="1591" actId="1076"/>
        <pc:sldMkLst>
          <pc:docMk/>
          <pc:sldMk cId="0" sldId="258"/>
        </pc:sldMkLst>
        <pc:spChg chg="mod">
          <ac:chgData name="Sarvesh S" userId="d942646d14b01d87" providerId="LiveId" clId="{3F90CDCA-9EB2-4A04-AC50-6E6815BD0CCC}" dt="2026-10-09T18:54:56.292" v="1590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rvesh S" userId="d942646d14b01d87" providerId="LiveId" clId="{3F90CDCA-9EB2-4A04-AC50-6E6815BD0CCC}" dt="2026-10-09T18:55:05.542" v="1591" actId="1076"/>
          <ac:spMkLst>
            <pc:docMk/>
            <pc:sldMk cId="0" sldId="258"/>
            <ac:spMk id="6" creationId="{00000000-0000-0000-0000-000000000000}"/>
          </ac:spMkLst>
        </pc:spChg>
        <pc:picChg chg="del mod">
          <ac:chgData name="Sarvesh S" userId="d942646d14b01d87" providerId="LiveId" clId="{3F90CDCA-9EB2-4A04-AC50-6E6815BD0CCC}" dt="2026-10-09T17:05:03.240" v="69" actId="21"/>
          <ac:picMkLst>
            <pc:docMk/>
            <pc:sldMk cId="0" sldId="258"/>
            <ac:picMk id="11" creationId="{E2F23799-D6E5-D2C8-C351-E353D6ED9219}"/>
          </ac:picMkLst>
        </pc:picChg>
        <pc:picChg chg="add mod">
          <ac:chgData name="Sarvesh S" userId="d942646d14b01d87" providerId="LiveId" clId="{3F90CDCA-9EB2-4A04-AC50-6E6815BD0CCC}" dt="2026-10-09T18:54:47.406" v="1588" actId="1076"/>
          <ac:picMkLst>
            <pc:docMk/>
            <pc:sldMk cId="0" sldId="258"/>
            <ac:picMk id="14" creationId="{BFD3A33B-6816-F9D7-E70D-F1C698B794E1}"/>
          </ac:picMkLst>
        </pc:picChg>
      </pc:sldChg>
      <pc:sldChg chg="addSp modSp mod">
        <pc:chgData name="Sarvesh S" userId="d942646d14b01d87" providerId="LiveId" clId="{3F90CDCA-9EB2-4A04-AC50-6E6815BD0CCC}" dt="2026-10-09T18:54:13.736" v="1582" actId="1076"/>
        <pc:sldMkLst>
          <pc:docMk/>
          <pc:sldMk cId="0" sldId="259"/>
        </pc:sldMkLst>
        <pc:spChg chg="mod">
          <ac:chgData name="Sarvesh S" userId="d942646d14b01d87" providerId="LiveId" clId="{3F90CDCA-9EB2-4A04-AC50-6E6815BD0CCC}" dt="2026-10-09T15:06:19.897" v="42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rvesh S" userId="d942646d14b01d87" providerId="LiveId" clId="{3F90CDCA-9EB2-4A04-AC50-6E6815BD0CCC}" dt="2026-10-09T18:13:05.464" v="1498" actId="1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rvesh S" userId="d942646d14b01d87" providerId="LiveId" clId="{3F90CDCA-9EB2-4A04-AC50-6E6815BD0CCC}" dt="2026-10-09T18:26:32.119" v="1500" actId="1076"/>
          <ac:spMkLst>
            <pc:docMk/>
            <pc:sldMk cId="0" sldId="259"/>
            <ac:spMk id="14" creationId="{64D8B5F6-28B3-B8B6-D829-F7419A5B1F6D}"/>
          </ac:spMkLst>
        </pc:spChg>
        <pc:spChg chg="mod">
          <ac:chgData name="Sarvesh S" userId="d942646d14b01d87" providerId="LiveId" clId="{3F90CDCA-9EB2-4A04-AC50-6E6815BD0CCC}" dt="2026-10-09T18:11:19.007" v="1476" actId="12"/>
          <ac:spMkLst>
            <pc:docMk/>
            <pc:sldMk cId="0" sldId="259"/>
            <ac:spMk id="15" creationId="{61CDC7E1-8A91-4176-3DB4-D58F50D410D5}"/>
          </ac:spMkLst>
        </pc:spChg>
        <pc:picChg chg="add mod">
          <ac:chgData name="Sarvesh S" userId="d942646d14b01d87" providerId="LiveId" clId="{3F90CDCA-9EB2-4A04-AC50-6E6815BD0CCC}" dt="2026-10-09T18:54:13.736" v="1582" actId="1076"/>
          <ac:picMkLst>
            <pc:docMk/>
            <pc:sldMk cId="0" sldId="259"/>
            <ac:picMk id="12" creationId="{FEC99C43-31F4-5E4D-F8C1-953FB60FC21A}"/>
          </ac:picMkLst>
        </pc:picChg>
      </pc:sldChg>
      <pc:sldChg chg="addSp delSp modSp mod">
        <pc:chgData name="Sarvesh S" userId="d942646d14b01d87" providerId="LiveId" clId="{3F90CDCA-9EB2-4A04-AC50-6E6815BD0CCC}" dt="2026-10-09T18:54:00.310" v="1580" actId="1076"/>
        <pc:sldMkLst>
          <pc:docMk/>
          <pc:sldMk cId="0" sldId="260"/>
        </pc:sldMkLst>
        <pc:spChg chg="mod">
          <ac:chgData name="Sarvesh S" userId="d942646d14b01d87" providerId="LiveId" clId="{3F90CDCA-9EB2-4A04-AC50-6E6815BD0CCC}" dt="2026-10-09T15:06:25.423" v="43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rvesh S" userId="d942646d14b01d87" providerId="LiveId" clId="{3F90CDCA-9EB2-4A04-AC50-6E6815BD0CCC}" dt="2026-10-09T17:37:23.582" v="371" actId="1076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Sarvesh S" userId="d942646d14b01d87" providerId="LiveId" clId="{3F90CDCA-9EB2-4A04-AC50-6E6815BD0CCC}" dt="2026-10-09T17:32:44.828" v="325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arvesh S" userId="d942646d14b01d87" providerId="LiveId" clId="{3F90CDCA-9EB2-4A04-AC50-6E6815BD0CCC}" dt="2026-10-09T17:16:28.501" v="83" actId="478"/>
          <ac:spMkLst>
            <pc:docMk/>
            <pc:sldMk cId="0" sldId="260"/>
            <ac:spMk id="10" creationId="{00000000-0000-0000-0000-000000000000}"/>
          </ac:spMkLst>
        </pc:spChg>
        <pc:spChg chg="add mod">
          <ac:chgData name="Sarvesh S" userId="d942646d14b01d87" providerId="LiveId" clId="{3F90CDCA-9EB2-4A04-AC50-6E6815BD0CCC}" dt="2026-10-09T18:32:37.767" v="1503" actId="1076"/>
          <ac:spMkLst>
            <pc:docMk/>
            <pc:sldMk cId="0" sldId="260"/>
            <ac:spMk id="11" creationId="{09F51757-E4A3-B61E-1476-FF662DD18E14}"/>
          </ac:spMkLst>
        </pc:spChg>
        <pc:spChg chg="add del">
          <ac:chgData name="Sarvesh S" userId="d942646d14b01d87" providerId="LiveId" clId="{3F90CDCA-9EB2-4A04-AC50-6E6815BD0CCC}" dt="2026-10-09T18:01:50.030" v="1448" actId="11529"/>
          <ac:spMkLst>
            <pc:docMk/>
            <pc:sldMk cId="0" sldId="260"/>
            <ac:spMk id="12" creationId="{C7BEE6DE-50BB-A4A6-44E4-48C743EDA272}"/>
          </ac:spMkLst>
        </pc:spChg>
        <pc:spChg chg="add mod">
          <ac:chgData name="Sarvesh S" userId="d942646d14b01d87" providerId="LiveId" clId="{3F90CDCA-9EB2-4A04-AC50-6E6815BD0CCC}" dt="2026-10-09T18:03:03.743" v="1451" actId="208"/>
          <ac:spMkLst>
            <pc:docMk/>
            <pc:sldMk cId="0" sldId="260"/>
            <ac:spMk id="13" creationId="{CD403EB6-5B34-E1B1-55F9-C7F26D4C05E3}"/>
          </ac:spMkLst>
        </pc:spChg>
        <pc:picChg chg="mod">
          <ac:chgData name="Sarvesh S" userId="d942646d14b01d87" providerId="LiveId" clId="{3F90CDCA-9EB2-4A04-AC50-6E6815BD0CCC}" dt="2026-10-09T17:37:21.096" v="370" actId="1076"/>
          <ac:picMkLst>
            <pc:docMk/>
            <pc:sldMk cId="0" sldId="260"/>
            <ac:picMk id="8" creationId="{00000000-0000-0000-0000-000000000000}"/>
          </ac:picMkLst>
        </pc:picChg>
        <pc:picChg chg="add mod">
          <ac:chgData name="Sarvesh S" userId="d942646d14b01d87" providerId="LiveId" clId="{3F90CDCA-9EB2-4A04-AC50-6E6815BD0CCC}" dt="2026-10-09T18:33:10.677" v="1506" actId="14100"/>
          <ac:picMkLst>
            <pc:docMk/>
            <pc:sldMk cId="0" sldId="260"/>
            <ac:picMk id="15" creationId="{F92FF68C-7A08-CC5B-94E8-FDF08948F8E0}"/>
          </ac:picMkLst>
        </pc:picChg>
        <pc:picChg chg="add mod">
          <ac:chgData name="Sarvesh S" userId="d942646d14b01d87" providerId="LiveId" clId="{3F90CDCA-9EB2-4A04-AC50-6E6815BD0CCC}" dt="2026-10-09T18:03:54.934" v="1456" actId="1076"/>
          <ac:picMkLst>
            <pc:docMk/>
            <pc:sldMk cId="0" sldId="260"/>
            <ac:picMk id="17" creationId="{42972EFF-3F4F-0A18-54D9-1D54CBD46484}"/>
          </ac:picMkLst>
        </pc:picChg>
        <pc:picChg chg="add mod">
          <ac:chgData name="Sarvesh S" userId="d942646d14b01d87" providerId="LiveId" clId="{3F90CDCA-9EB2-4A04-AC50-6E6815BD0CCC}" dt="2026-10-09T18:54:00.310" v="1580" actId="1076"/>
          <ac:picMkLst>
            <pc:docMk/>
            <pc:sldMk cId="0" sldId="260"/>
            <ac:picMk id="20" creationId="{DABD9CCF-C875-00F6-AAF4-20681B8A03CC}"/>
          </ac:picMkLst>
        </pc:picChg>
        <pc:cxnChg chg="del mod">
          <ac:chgData name="Sarvesh S" userId="d942646d14b01d87" providerId="LiveId" clId="{3F90CDCA-9EB2-4A04-AC50-6E6815BD0CCC}" dt="2026-10-09T18:33:03.092" v="1505" actId="21"/>
          <ac:cxnSpMkLst>
            <pc:docMk/>
            <pc:sldMk cId="0" sldId="260"/>
            <ac:cxnSpMk id="9" creationId="{F17FC9B4-F997-47F7-4AA0-99258D2721F4}"/>
          </ac:cxnSpMkLst>
        </pc:cxnChg>
      </pc:sldChg>
      <pc:sldChg chg="addSp modSp mod">
        <pc:chgData name="Sarvesh S" userId="d942646d14b01d87" providerId="LiveId" clId="{3F90CDCA-9EB2-4A04-AC50-6E6815BD0CCC}" dt="2026-10-09T18:53:48.456" v="1578" actId="1076"/>
        <pc:sldMkLst>
          <pc:docMk/>
          <pc:sldMk cId="0" sldId="261"/>
        </pc:sldMkLst>
        <pc:spChg chg="mod">
          <ac:chgData name="Sarvesh S" userId="d942646d14b01d87" providerId="LiveId" clId="{3F90CDCA-9EB2-4A04-AC50-6E6815BD0CCC}" dt="2026-10-09T15:06:32.262" v="44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Sarvesh S" userId="d942646d14b01d87" providerId="LiveId" clId="{3F90CDCA-9EB2-4A04-AC50-6E6815BD0CCC}" dt="2026-10-09T18:04:59.337" v="1457" actId="255"/>
          <ac:spMkLst>
            <pc:docMk/>
            <pc:sldMk cId="0" sldId="261"/>
            <ac:spMk id="11" creationId="{77657C4D-11FE-33AA-3471-673887D2DB4A}"/>
          </ac:spMkLst>
        </pc:spChg>
        <pc:spChg chg="mod">
          <ac:chgData name="Sarvesh S" userId="d942646d14b01d87" providerId="LiveId" clId="{3F90CDCA-9EB2-4A04-AC50-6E6815BD0CCC}" dt="2026-10-09T18:05:06.209" v="1458" actId="255"/>
          <ac:spMkLst>
            <pc:docMk/>
            <pc:sldMk cId="0" sldId="261"/>
            <ac:spMk id="12" creationId="{B32284E4-51DC-379C-1E10-042B5A355030}"/>
          </ac:spMkLst>
        </pc:spChg>
        <pc:spChg chg="mod">
          <ac:chgData name="Sarvesh S" userId="d942646d14b01d87" providerId="LiveId" clId="{3F90CDCA-9EB2-4A04-AC50-6E6815BD0CCC}" dt="2026-10-09T18:05:13.161" v="1459" actId="255"/>
          <ac:spMkLst>
            <pc:docMk/>
            <pc:sldMk cId="0" sldId="261"/>
            <ac:spMk id="13" creationId="{3A7DAD4F-B780-B5D2-5768-3A88EA97A0D7}"/>
          </ac:spMkLst>
        </pc:spChg>
        <pc:picChg chg="add mod">
          <ac:chgData name="Sarvesh S" userId="d942646d14b01d87" providerId="LiveId" clId="{3F90CDCA-9EB2-4A04-AC50-6E6815BD0CCC}" dt="2026-10-09T18:53:48.456" v="1578" actId="1076"/>
          <ac:picMkLst>
            <pc:docMk/>
            <pc:sldMk cId="0" sldId="261"/>
            <ac:picMk id="16" creationId="{4A85F308-2E9D-7609-378C-1A6DB66EF5B8}"/>
          </ac:picMkLst>
        </pc:picChg>
      </pc:sldChg>
      <pc:sldChg chg="addSp delSp modSp mod">
        <pc:chgData name="Sarvesh S" userId="d942646d14b01d87" providerId="LiveId" clId="{3F90CDCA-9EB2-4A04-AC50-6E6815BD0CCC}" dt="2026-10-09T18:53:35.097" v="1576" actId="1076"/>
        <pc:sldMkLst>
          <pc:docMk/>
          <pc:sldMk cId="0" sldId="262"/>
        </pc:sldMkLst>
        <pc:spChg chg="mod">
          <ac:chgData name="Sarvesh S" userId="d942646d14b01d87" providerId="LiveId" clId="{3F90CDCA-9EB2-4A04-AC50-6E6815BD0CCC}" dt="2026-10-09T17:08:00.265" v="7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rvesh S" userId="d942646d14b01d87" providerId="LiveId" clId="{3F90CDCA-9EB2-4A04-AC50-6E6815BD0CCC}" dt="2026-10-09T15:06:37.610" v="45" actId="255"/>
          <ac:spMkLst>
            <pc:docMk/>
            <pc:sldMk cId="0" sldId="262"/>
            <ac:spMk id="6" creationId="{00000000-0000-0000-0000-000000000000}"/>
          </ac:spMkLst>
        </pc:spChg>
        <pc:spChg chg="del">
          <ac:chgData name="Sarvesh S" userId="d942646d14b01d87" providerId="LiveId" clId="{3F90CDCA-9EB2-4A04-AC50-6E6815BD0CCC}" dt="2026-10-09T17:07:09.461" v="70" actId="478"/>
          <ac:spMkLst>
            <pc:docMk/>
            <pc:sldMk cId="0" sldId="262"/>
            <ac:spMk id="10" creationId="{00000000-0000-0000-0000-000000000000}"/>
          </ac:spMkLst>
        </pc:spChg>
        <pc:picChg chg="add mod modCrop">
          <ac:chgData name="Sarvesh S" userId="d942646d14b01d87" providerId="LiveId" clId="{3F90CDCA-9EB2-4A04-AC50-6E6815BD0CCC}" dt="2026-10-09T17:11:48.096" v="80" actId="14100"/>
          <ac:picMkLst>
            <pc:docMk/>
            <pc:sldMk cId="0" sldId="262"/>
            <ac:picMk id="12" creationId="{1E5ADDED-2FAC-FD34-D780-A1EACEE7673A}"/>
          </ac:picMkLst>
        </pc:picChg>
        <pc:picChg chg="add mod">
          <ac:chgData name="Sarvesh S" userId="d942646d14b01d87" providerId="LiveId" clId="{3F90CDCA-9EB2-4A04-AC50-6E6815BD0CCC}" dt="2026-10-09T18:53:35.097" v="1576" actId="1076"/>
          <ac:picMkLst>
            <pc:docMk/>
            <pc:sldMk cId="0" sldId="262"/>
            <ac:picMk id="14" creationId="{BA7F9357-EEEA-66CC-9414-C9ECACE14DE5}"/>
          </ac:picMkLst>
        </pc:picChg>
      </pc:sldChg>
      <pc:sldChg chg="addSp modSp mod">
        <pc:chgData name="Sarvesh S" userId="d942646d14b01d87" providerId="LiveId" clId="{3F90CDCA-9EB2-4A04-AC50-6E6815BD0CCC}" dt="2026-10-09T18:53:20.198" v="1574" actId="14100"/>
        <pc:sldMkLst>
          <pc:docMk/>
          <pc:sldMk cId="0" sldId="263"/>
        </pc:sldMkLst>
        <pc:spChg chg="mod">
          <ac:chgData name="Sarvesh S" userId="d942646d14b01d87" providerId="LiveId" clId="{3F90CDCA-9EB2-4A04-AC50-6E6815BD0CCC}" dt="2026-10-09T15:06:44.093" v="46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Sarvesh S" userId="d942646d14b01d87" providerId="LiveId" clId="{3F90CDCA-9EB2-4A04-AC50-6E6815BD0CCC}" dt="2026-10-09T17:56:23.387" v="1438" actId="14100"/>
          <ac:spMkLst>
            <pc:docMk/>
            <pc:sldMk cId="0" sldId="263"/>
            <ac:spMk id="12" creationId="{96C4DECC-F2AF-58CA-7FE1-3BF4D366D9B5}"/>
          </ac:spMkLst>
        </pc:spChg>
        <pc:spChg chg="mod">
          <ac:chgData name="Sarvesh S" userId="d942646d14b01d87" providerId="LiveId" clId="{3F90CDCA-9EB2-4A04-AC50-6E6815BD0CCC}" dt="2026-10-09T17:56:10.203" v="1436" actId="14100"/>
          <ac:spMkLst>
            <pc:docMk/>
            <pc:sldMk cId="0" sldId="263"/>
            <ac:spMk id="13" creationId="{0A0E997C-528B-F760-E9C5-A2DB6158A67D}"/>
          </ac:spMkLst>
        </pc:spChg>
        <pc:picChg chg="add mod">
          <ac:chgData name="Sarvesh S" userId="d942646d14b01d87" providerId="LiveId" clId="{3F90CDCA-9EB2-4A04-AC50-6E6815BD0CCC}" dt="2026-10-09T18:53:20.198" v="1574" actId="14100"/>
          <ac:picMkLst>
            <pc:docMk/>
            <pc:sldMk cId="0" sldId="263"/>
            <ac:picMk id="17" creationId="{DEB36F49-1C7C-0B08-438E-475696AB278D}"/>
          </ac:picMkLst>
        </pc:picChg>
      </pc:sldChg>
      <pc:sldChg chg="modSp del mod">
        <pc:chgData name="Sarvesh S" userId="d942646d14b01d87" providerId="LiveId" clId="{3F90CDCA-9EB2-4A04-AC50-6E6815BD0CCC}" dt="2026-10-09T18:26:09.609" v="1499" actId="2696"/>
        <pc:sldMkLst>
          <pc:docMk/>
          <pc:sldMk cId="0" sldId="264"/>
        </pc:sldMkLst>
        <pc:spChg chg="mod">
          <ac:chgData name="Sarvesh S" userId="d942646d14b01d87" providerId="LiveId" clId="{3F90CDCA-9EB2-4A04-AC50-6E6815BD0CCC}" dt="2026-10-09T15:04:36.203" v="25" actId="255"/>
          <ac:spMkLst>
            <pc:docMk/>
            <pc:sldMk cId="0" sldId="264"/>
            <ac:spMk id="6" creationId="{00000000-0000-0000-0000-000000000000}"/>
          </ac:spMkLst>
        </pc:spChg>
        <pc:graphicFrameChg chg="mod modGraphic">
          <ac:chgData name="Sarvesh S" userId="d942646d14b01d87" providerId="LiveId" clId="{3F90CDCA-9EB2-4A04-AC50-6E6815BD0CCC}" dt="2026-10-09T15:02:56.431" v="18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addSp delSp modSp new del mod">
        <pc:chgData name="Sarvesh S" userId="d942646d14b01d87" providerId="LiveId" clId="{3F90CDCA-9EB2-4A04-AC50-6E6815BD0CCC}" dt="2026-10-09T18:42:55.142" v="1539" actId="2696"/>
        <pc:sldMkLst>
          <pc:docMk/>
          <pc:sldMk cId="252213201" sldId="264"/>
        </pc:sldMkLst>
        <pc:spChg chg="add del mod">
          <ac:chgData name="Sarvesh S" userId="d942646d14b01d87" providerId="LiveId" clId="{3F90CDCA-9EB2-4A04-AC50-6E6815BD0CCC}" dt="2026-10-09T18:38:42.129" v="1529"/>
          <ac:spMkLst>
            <pc:docMk/>
            <pc:sldMk cId="252213201" sldId="264"/>
            <ac:spMk id="3" creationId="{BF87C299-08F8-AA66-5F55-7638FEE1E94C}"/>
          </ac:spMkLst>
        </pc:spChg>
        <pc:spChg chg="add del mod">
          <ac:chgData name="Sarvesh S" userId="d942646d14b01d87" providerId="LiveId" clId="{3F90CDCA-9EB2-4A04-AC50-6E6815BD0CCC}" dt="2026-10-09T18:39:38.330" v="1538"/>
          <ac:spMkLst>
            <pc:docMk/>
            <pc:sldMk cId="252213201" sldId="264"/>
            <ac:spMk id="6" creationId="{78500426-2523-750D-38D6-8553CF4D455C}"/>
          </ac:spMkLst>
        </pc:spChg>
        <pc:picChg chg="add mod">
          <ac:chgData name="Sarvesh S" userId="d942646d14b01d87" providerId="LiveId" clId="{3F90CDCA-9EB2-4A04-AC50-6E6815BD0CCC}" dt="2026-10-09T18:38:37.543" v="1527" actId="1076"/>
          <ac:picMkLst>
            <pc:docMk/>
            <pc:sldMk cId="252213201" sldId="264"/>
            <ac:picMk id="5" creationId="{7D2AD98E-184D-79A7-D589-220B7CD284D2}"/>
          </ac:picMkLst>
        </pc:picChg>
        <pc:picChg chg="add mod">
          <ac:chgData name="Sarvesh S" userId="d942646d14b01d87" providerId="LiveId" clId="{3F90CDCA-9EB2-4A04-AC50-6E6815BD0CCC}" dt="2026-10-09T18:39:28.956" v="1536" actId="14100"/>
          <ac:picMkLst>
            <pc:docMk/>
            <pc:sldMk cId="252213201" sldId="264"/>
            <ac:picMk id="8" creationId="{64804DD7-7452-E35B-EF0D-3A9AF482B3A4}"/>
          </ac:picMkLst>
        </pc:picChg>
      </pc:sldChg>
      <pc:sldChg chg="addSp modSp new del mod">
        <pc:chgData name="Sarvesh S" userId="d942646d14b01d87" providerId="LiveId" clId="{3F90CDCA-9EB2-4A04-AC50-6E6815BD0CCC}" dt="2026-10-09T18:54:17.976" v="1583" actId="2696"/>
        <pc:sldMkLst>
          <pc:docMk/>
          <pc:sldMk cId="2263554614" sldId="264"/>
        </pc:sldMkLst>
        <pc:picChg chg="add mod">
          <ac:chgData name="Sarvesh S" userId="d942646d14b01d87" providerId="LiveId" clId="{3F90CDCA-9EB2-4A04-AC50-6E6815BD0CCC}" dt="2026-10-09T18:49:18.077" v="1547" actId="14100"/>
          <ac:picMkLst>
            <pc:docMk/>
            <pc:sldMk cId="2263554614" sldId="264"/>
            <ac:picMk id="4" creationId="{DFC333DE-4480-2EC0-2B0C-EE27996E6A64}"/>
          </ac:picMkLst>
        </pc:picChg>
        <pc:picChg chg="add mod modCrop">
          <ac:chgData name="Sarvesh S" userId="d942646d14b01d87" providerId="LiveId" clId="{3F90CDCA-9EB2-4A04-AC50-6E6815BD0CCC}" dt="2026-10-09T18:50:42.861" v="1562" actId="14100"/>
          <ac:picMkLst>
            <pc:docMk/>
            <pc:sldMk cId="2263554614" sldId="264"/>
            <ac:picMk id="6" creationId="{A397265A-1138-5713-4E64-F81BE4C22674}"/>
          </ac:picMkLst>
        </pc:picChg>
        <pc:picChg chg="add mod">
          <ac:chgData name="Sarvesh S" userId="d942646d14b01d87" providerId="LiveId" clId="{3F90CDCA-9EB2-4A04-AC50-6E6815BD0CCC}" dt="2026-10-09T18:52:14.990" v="1572" actId="14100"/>
          <ac:picMkLst>
            <pc:docMk/>
            <pc:sldMk cId="2263554614" sldId="264"/>
            <ac:picMk id="8" creationId="{8176A588-6689-E151-2B50-25DEFC68D25E}"/>
          </ac:picMkLst>
        </pc:picChg>
      </pc:sldChg>
      <pc:sldChg chg="addSp delSp modSp new del mod">
        <pc:chgData name="Sarvesh S" userId="d942646d14b01d87" providerId="LiveId" clId="{3F90CDCA-9EB2-4A04-AC50-6E6815BD0CCC}" dt="2026-10-09T18:34:27.570" v="1518" actId="2696"/>
        <pc:sldMkLst>
          <pc:docMk/>
          <pc:sldMk cId="3973901464" sldId="264"/>
        </pc:sldMkLst>
        <pc:spChg chg="add del mod">
          <ac:chgData name="Sarvesh S" userId="d942646d14b01d87" providerId="LiveId" clId="{3F90CDCA-9EB2-4A04-AC50-6E6815BD0CCC}" dt="2026-10-09T18:34:08.079" v="1513"/>
          <ac:spMkLst>
            <pc:docMk/>
            <pc:sldMk cId="3973901464" sldId="264"/>
            <ac:spMk id="3" creationId="{B22CD9FB-3005-F168-5E14-64EE8BC4C826}"/>
          </ac:spMkLst>
        </pc:spChg>
        <pc:picChg chg="add mod">
          <ac:chgData name="Sarvesh S" userId="d942646d14b01d87" providerId="LiveId" clId="{3F90CDCA-9EB2-4A04-AC50-6E6815BD0CCC}" dt="2026-10-09T18:34:20.934" v="1517" actId="14100"/>
          <ac:picMkLst>
            <pc:docMk/>
            <pc:sldMk cId="3973901464" sldId="264"/>
            <ac:picMk id="4" creationId="{B19278EC-785A-F209-1DA1-3A16A3783C3A}"/>
          </ac:picMkLst>
        </pc:picChg>
      </pc:sldChg>
    </pc:docChg>
  </pc:docChgLst>
  <pc:docChgLst>
    <pc:chgData name="Guest User" providerId="Windows Live" clId="Web-{00000000-0000-0000-0000-000000000000}"/>
    <pc:docChg chg="addSld delSld modSld sldOrd modSection">
      <pc:chgData name="Guest User" userId="" providerId="Windows Live" clId="Web-{00000000-0000-0000-0000-000000000000}" dt="2026-10-09T18:57:01.630" v="1823"/>
      <pc:docMkLst>
        <pc:docMk/>
      </pc:docMkLst>
      <pc:sldChg chg="modTransition">
        <pc:chgData name="Guest User" userId="" providerId="Windows Live" clId="Web-{00000000-0000-0000-0000-000000000000}" dt="2026-10-09T18:36:50.670" v="1806"/>
        <pc:sldMkLst>
          <pc:docMk/>
          <pc:sldMk cId="0" sldId="256"/>
        </pc:sldMkLst>
      </pc:sldChg>
      <pc:sldChg chg="modTransition">
        <pc:chgData name="Guest User" userId="" providerId="Windows Live" clId="Web-{00000000-0000-0000-0000-000000000000}" dt="2026-10-09T18:57:01.630" v="1823"/>
        <pc:sldMkLst>
          <pc:docMk/>
          <pc:sldMk cId="0" sldId="257"/>
        </pc:sldMkLst>
      </pc:sldChg>
      <pc:sldChg chg="addSp delSp modSp modTransition">
        <pc:chgData name="Guest User" userId="" providerId="Windows Live" clId="Web-{00000000-0000-0000-0000-000000000000}" dt="2026-10-09T18:38:35.452" v="1813"/>
        <pc:sldMkLst>
          <pc:docMk/>
          <pc:sldMk cId="0" sldId="258"/>
        </pc:sldMkLst>
        <pc:spChg chg="del mod">
          <ac:chgData name="Guest User" userId="" providerId="Windows Live" clId="Web-{00000000-0000-0000-0000-000000000000}" dt="2026-10-09T16:58:25.887" v="50"/>
          <ac:spMkLst>
            <pc:docMk/>
            <pc:sldMk cId="0" sldId="258"/>
            <ac:spMk id="10" creationId="{00000000-0000-0000-0000-000000000000}"/>
          </ac:spMkLst>
        </pc:spChg>
        <pc:picChg chg="add mod">
          <ac:chgData name="Guest User" userId="" providerId="Windows Live" clId="Web-{00000000-0000-0000-0000-000000000000}" dt="2026-10-09T17:01:47.909" v="56" actId="14100"/>
          <ac:picMkLst>
            <pc:docMk/>
            <pc:sldMk cId="0" sldId="258"/>
            <ac:picMk id="11" creationId="{E2F23799-D6E5-D2C8-C351-E353D6ED9219}"/>
          </ac:picMkLst>
        </pc:picChg>
        <pc:picChg chg="add mod">
          <ac:chgData name="Guest User" userId="" providerId="Windows Live" clId="Web-{00000000-0000-0000-0000-000000000000}" dt="2026-10-09T17:07:31.730" v="64" actId="14100"/>
          <ac:picMkLst>
            <pc:docMk/>
            <pc:sldMk cId="0" sldId="258"/>
            <ac:picMk id="12" creationId="{479FB0E4-127B-C5A8-7CD2-0914D3343045}"/>
          </ac:picMkLst>
        </pc:picChg>
      </pc:sldChg>
      <pc:sldChg chg="addSp modSp add del ord modTransition">
        <pc:chgData name="Guest User" userId="" providerId="Windows Live" clId="Web-{00000000-0000-0000-0000-000000000000}" dt="2026-10-09T18:38:59.780" v="1814"/>
        <pc:sldMkLst>
          <pc:docMk/>
          <pc:sldMk cId="0" sldId="259"/>
        </pc:sldMkLst>
        <pc:spChg chg="mod">
          <ac:chgData name="Guest User" userId="" providerId="Windows Live" clId="Web-{00000000-0000-0000-0000-000000000000}" dt="2026-10-09T18:12:13.882" v="1764" actId="20577"/>
          <ac:spMkLst>
            <pc:docMk/>
            <pc:sldMk cId="0" sldId="259"/>
            <ac:spMk id="10" creationId="{00000000-0000-0000-0000-000000000000}"/>
          </ac:spMkLst>
        </pc:spChg>
        <pc:spChg chg="add mod">
          <ac:chgData name="Guest User" userId="" providerId="Windows Live" clId="Web-{00000000-0000-0000-0000-000000000000}" dt="2026-10-09T17:41:46.582" v="779" actId="20577"/>
          <ac:spMkLst>
            <pc:docMk/>
            <pc:sldMk cId="0" sldId="259"/>
            <ac:spMk id="12" creationId="{27B593B9-D45A-9CE6-0CFA-57BB6737152D}"/>
          </ac:spMkLst>
        </pc:spChg>
        <pc:spChg chg="add mod">
          <ac:chgData name="Guest User" userId="" providerId="Windows Live" clId="Web-{00000000-0000-0000-0000-000000000000}" dt="2026-10-09T18:24:44.103" v="1795" actId="20577"/>
          <ac:spMkLst>
            <pc:docMk/>
            <pc:sldMk cId="0" sldId="259"/>
            <ac:spMk id="14" creationId="{64D8B5F6-28B3-B8B6-D829-F7419A5B1F6D}"/>
          </ac:spMkLst>
        </pc:spChg>
        <pc:spChg chg="add mod">
          <ac:chgData name="Guest User" userId="" providerId="Windows Live" clId="Web-{00000000-0000-0000-0000-000000000000}" dt="2026-10-09T18:17:19.252" v="1792" actId="20577"/>
          <ac:spMkLst>
            <pc:docMk/>
            <pc:sldMk cId="0" sldId="259"/>
            <ac:spMk id="15" creationId="{61CDC7E1-8A91-4176-3DB4-D58F50D410D5}"/>
          </ac:spMkLst>
        </pc:spChg>
      </pc:sldChg>
      <pc:sldChg chg="modTransition">
        <pc:chgData name="Guest User" userId="" providerId="Windows Live" clId="Web-{00000000-0000-0000-0000-000000000000}" dt="2026-10-09T18:40:40.124" v="1817"/>
        <pc:sldMkLst>
          <pc:docMk/>
          <pc:sldMk cId="0" sldId="260"/>
        </pc:sldMkLst>
      </pc:sldChg>
      <pc:sldChg chg="modTransition">
        <pc:chgData name="Guest User" userId="" providerId="Windows Live" clId="Web-{00000000-0000-0000-0000-000000000000}" dt="2026-10-09T18:41:03.953" v="1818"/>
        <pc:sldMkLst>
          <pc:docMk/>
          <pc:sldMk cId="0" sldId="261"/>
        </pc:sldMkLst>
      </pc:sldChg>
      <pc:sldChg chg="modTransition">
        <pc:chgData name="Guest User" userId="" providerId="Windows Live" clId="Web-{00000000-0000-0000-0000-000000000000}" dt="2026-10-09T18:42:01.594" v="1820"/>
        <pc:sldMkLst>
          <pc:docMk/>
          <pc:sldMk cId="0" sldId="262"/>
        </pc:sldMkLst>
      </pc:sldChg>
      <pc:sldChg chg="modTransition">
        <pc:chgData name="Guest User" userId="" providerId="Windows Live" clId="Web-{00000000-0000-0000-0000-000000000000}" dt="2026-10-09T18:42:30.844" v="1821"/>
        <pc:sldMkLst>
          <pc:docMk/>
          <pc:sldMk cId="0" sldId="263"/>
        </pc:sldMkLst>
      </pc:sldChg>
    </pc:docChg>
  </pc:docChgLst>
  <pc:docChgLst>
    <pc:chgData name="Guest User" providerId="Windows Live" clId="Web-{511CB3C4-FBED-09B5-CD03-B410C2C6E5B1}"/>
    <pc:docChg chg="delSld modSld modSection">
      <pc:chgData name="Guest User" userId="" providerId="Windows Live" clId="Web-{511CB3C4-FBED-09B5-CD03-B410C2C6E5B1}" dt="2026-10-09T18:57:15.253" v="349"/>
      <pc:docMkLst>
        <pc:docMk/>
      </pc:docMkLst>
      <pc:sldChg chg="addSp delSp modSp">
        <pc:chgData name="Guest User" userId="" providerId="Windows Live" clId="Web-{511CB3C4-FBED-09B5-CD03-B410C2C6E5B1}" dt="2026-10-09T18:57:15.253" v="349"/>
        <pc:sldMkLst>
          <pc:docMk/>
          <pc:sldMk cId="0" sldId="257"/>
        </pc:sldMkLst>
        <pc:picChg chg="add del mod">
          <ac:chgData name="Guest User" userId="" providerId="Windows Live" clId="Web-{511CB3C4-FBED-09B5-CD03-B410C2C6E5B1}" dt="2026-10-09T18:57:15.253" v="349"/>
          <ac:picMkLst>
            <pc:docMk/>
            <pc:sldMk cId="0" sldId="257"/>
            <ac:picMk id="12" creationId="{8CC3E253-66F3-2D9C-BAD4-5B03F35AFEC4}"/>
          </ac:picMkLst>
        </pc:picChg>
      </pc:sldChg>
      <pc:sldChg chg="modSp">
        <pc:chgData name="Guest User" userId="" providerId="Windows Live" clId="Web-{511CB3C4-FBED-09B5-CD03-B410C2C6E5B1}" dt="2026-10-09T18:55:55.906" v="345" actId="1076"/>
        <pc:sldMkLst>
          <pc:docMk/>
          <pc:sldMk cId="0" sldId="258"/>
        </pc:sldMkLst>
        <pc:picChg chg="mod">
          <ac:chgData name="Guest User" userId="" providerId="Windows Live" clId="Web-{511CB3C4-FBED-09B5-CD03-B410C2C6E5B1}" dt="2026-10-09T18:55:55.906" v="345" actId="1076"/>
          <ac:picMkLst>
            <pc:docMk/>
            <pc:sldMk cId="0" sldId="258"/>
            <ac:picMk id="14" creationId="{BFD3A33B-6816-F9D7-E70D-F1C698B794E1}"/>
          </ac:picMkLst>
        </pc:picChg>
      </pc:sldChg>
      <pc:sldChg chg="delSp modSp">
        <pc:chgData name="Guest User" userId="" providerId="Windows Live" clId="Web-{511CB3C4-FBED-09B5-CD03-B410C2C6E5B1}" dt="2026-10-09T18:55:34.921" v="342" actId="1076"/>
        <pc:sldMkLst>
          <pc:docMk/>
          <pc:sldMk cId="0" sldId="259"/>
        </pc:sldMkLst>
        <pc:spChg chg="del">
          <ac:chgData name="Guest User" userId="" providerId="Windows Live" clId="Web-{511CB3C4-FBED-09B5-CD03-B410C2C6E5B1}" dt="2026-10-09T18:09:52.426" v="213"/>
          <ac:spMkLst>
            <pc:docMk/>
            <pc:sldMk cId="0" sldId="259"/>
            <ac:spMk id="7" creationId="{00000000-0000-0000-0000-000000000000}"/>
          </ac:spMkLst>
        </pc:spChg>
        <pc:spChg chg="del">
          <ac:chgData name="Guest User" userId="" providerId="Windows Live" clId="Web-{511CB3C4-FBED-09B5-CD03-B410C2C6E5B1}" dt="2026-10-09T18:09:47.566" v="212"/>
          <ac:spMkLst>
            <pc:docMk/>
            <pc:sldMk cId="0" sldId="259"/>
            <ac:spMk id="9" creationId="{00000000-0000-0000-0000-000000000000}"/>
          </ac:spMkLst>
        </pc:spChg>
        <pc:spChg chg="mod">
          <ac:chgData name="Guest User" userId="" providerId="Windows Live" clId="Web-{511CB3C4-FBED-09B5-CD03-B410C2C6E5B1}" dt="2026-10-09T18:11:52.291" v="219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uest User" userId="" providerId="Windows Live" clId="Web-{511CB3C4-FBED-09B5-CD03-B410C2C6E5B1}" dt="2026-10-09T18:28:00.861" v="324" actId="1076"/>
          <ac:spMkLst>
            <pc:docMk/>
            <pc:sldMk cId="0" sldId="259"/>
            <ac:spMk id="14" creationId="{64D8B5F6-28B3-B8B6-D829-F7419A5B1F6D}"/>
          </ac:spMkLst>
        </pc:spChg>
        <pc:spChg chg="mod">
          <ac:chgData name="Guest User" userId="" providerId="Windows Live" clId="Web-{511CB3C4-FBED-09B5-CD03-B410C2C6E5B1}" dt="2026-10-09T18:28:09.783" v="325" actId="1076"/>
          <ac:spMkLst>
            <pc:docMk/>
            <pc:sldMk cId="0" sldId="259"/>
            <ac:spMk id="15" creationId="{61CDC7E1-8A91-4176-3DB4-D58F50D410D5}"/>
          </ac:spMkLst>
        </pc:spChg>
        <pc:picChg chg="mod">
          <ac:chgData name="Guest User" userId="" providerId="Windows Live" clId="Web-{511CB3C4-FBED-09B5-CD03-B410C2C6E5B1}" dt="2026-10-09T18:55:34.921" v="342" actId="1076"/>
          <ac:picMkLst>
            <pc:docMk/>
            <pc:sldMk cId="0" sldId="259"/>
            <ac:picMk id="12" creationId="{FEC99C43-31F4-5E4D-F8C1-953FB60FC21A}"/>
          </ac:picMkLst>
        </pc:picChg>
      </pc:sldChg>
      <pc:sldChg chg="modSp">
        <pc:chgData name="Guest User" userId="" providerId="Windows Live" clId="Web-{511CB3C4-FBED-09B5-CD03-B410C2C6E5B1}" dt="2026-10-09T18:55:21.561" v="340" actId="1076"/>
        <pc:sldMkLst>
          <pc:docMk/>
          <pc:sldMk cId="0" sldId="260"/>
        </pc:sldMkLst>
        <pc:picChg chg="mod">
          <ac:chgData name="Guest User" userId="" providerId="Windows Live" clId="Web-{511CB3C4-FBED-09B5-CD03-B410C2C6E5B1}" dt="2026-10-09T18:55:21.561" v="340" actId="1076"/>
          <ac:picMkLst>
            <pc:docMk/>
            <pc:sldMk cId="0" sldId="260"/>
            <ac:picMk id="20" creationId="{DABD9CCF-C875-00F6-AAF4-20681B8A03CC}"/>
          </ac:picMkLst>
        </pc:picChg>
      </pc:sldChg>
      <pc:sldChg chg="addSp delSp modSp">
        <pc:chgData name="Guest User" userId="" providerId="Windows Live" clId="Web-{511CB3C4-FBED-09B5-CD03-B410C2C6E5B1}" dt="2026-10-09T18:55:10.873" v="338" actId="1076"/>
        <pc:sldMkLst>
          <pc:docMk/>
          <pc:sldMk cId="0" sldId="261"/>
        </pc:sldMkLst>
        <pc:spChg chg="del">
          <ac:chgData name="Guest User" userId="" providerId="Windows Live" clId="Web-{511CB3C4-FBED-09B5-CD03-B410C2C6E5B1}" dt="2026-10-09T17:36:49.767" v="0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Guest User" userId="" providerId="Windows Live" clId="Web-{511CB3C4-FBED-09B5-CD03-B410C2C6E5B1}" dt="2026-10-09T17:37:18.034" v="3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Guest User" userId="" providerId="Windows Live" clId="Web-{511CB3C4-FBED-09B5-CD03-B410C2C6E5B1}" dt="2026-10-09T18:03:52.911" v="208" actId="20577"/>
          <ac:spMkLst>
            <pc:docMk/>
            <pc:sldMk cId="0" sldId="261"/>
            <ac:spMk id="11" creationId="{77657C4D-11FE-33AA-3471-673887D2DB4A}"/>
          </ac:spMkLst>
        </pc:spChg>
        <pc:spChg chg="add mod">
          <ac:chgData name="Guest User" userId="" providerId="Windows Live" clId="Web-{511CB3C4-FBED-09B5-CD03-B410C2C6E5B1}" dt="2026-10-09T18:00:54.623" v="202" actId="1076"/>
          <ac:spMkLst>
            <pc:docMk/>
            <pc:sldMk cId="0" sldId="261"/>
            <ac:spMk id="12" creationId="{B32284E4-51DC-379C-1E10-042B5A355030}"/>
          </ac:spMkLst>
        </pc:spChg>
        <pc:spChg chg="add mod">
          <ac:chgData name="Guest User" userId="" providerId="Windows Live" clId="Web-{511CB3C4-FBED-09B5-CD03-B410C2C6E5B1}" dt="2026-10-09T18:05:56.526" v="211" actId="1076"/>
          <ac:spMkLst>
            <pc:docMk/>
            <pc:sldMk cId="0" sldId="261"/>
            <ac:spMk id="13" creationId="{3A7DAD4F-B780-B5D2-5768-3A88EA97A0D7}"/>
          </ac:spMkLst>
        </pc:spChg>
        <pc:graphicFrameChg chg="add del mod">
          <ac:chgData name="Guest User" userId="" providerId="Windows Live" clId="Web-{511CB3C4-FBED-09B5-CD03-B410C2C6E5B1}" dt="2026-10-09T17:43:34.737" v="94"/>
          <ac:graphicFrameMkLst>
            <pc:docMk/>
            <pc:sldMk cId="0" sldId="261"/>
            <ac:graphicFrameMk id="15" creationId="{960DC7A3-6301-FB63-46FE-8F59E790CB34}"/>
          </ac:graphicFrameMkLst>
        </pc:graphicFrameChg>
        <pc:graphicFrameChg chg="add del mod">
          <ac:chgData name="Guest User" userId="" providerId="Windows Live" clId="Web-{511CB3C4-FBED-09B5-CD03-B410C2C6E5B1}" dt="2026-10-09T17:43:41.518" v="96"/>
          <ac:graphicFrameMkLst>
            <pc:docMk/>
            <pc:sldMk cId="0" sldId="261"/>
            <ac:graphicFrameMk id="17" creationId="{E67F395E-AA26-7760-07D5-0DAAE62CCFC8}"/>
          </ac:graphicFrameMkLst>
        </pc:graphicFrameChg>
        <pc:picChg chg="mod">
          <ac:chgData name="Guest User" userId="" providerId="Windows Live" clId="Web-{511CB3C4-FBED-09B5-CD03-B410C2C6E5B1}" dt="2026-10-09T18:55:10.873" v="338" actId="1076"/>
          <ac:picMkLst>
            <pc:docMk/>
            <pc:sldMk cId="0" sldId="261"/>
            <ac:picMk id="16" creationId="{4A85F308-2E9D-7609-378C-1A6DB66EF5B8}"/>
          </ac:picMkLst>
        </pc:picChg>
      </pc:sldChg>
      <pc:sldChg chg="modSp">
        <pc:chgData name="Guest User" userId="" providerId="Windows Live" clId="Web-{511CB3C4-FBED-09B5-CD03-B410C2C6E5B1}" dt="2026-10-09T18:54:47.622" v="336" actId="1076"/>
        <pc:sldMkLst>
          <pc:docMk/>
          <pc:sldMk cId="0" sldId="262"/>
        </pc:sldMkLst>
        <pc:picChg chg="mod">
          <ac:chgData name="Guest User" userId="" providerId="Windows Live" clId="Web-{511CB3C4-FBED-09B5-CD03-B410C2C6E5B1}" dt="2026-10-09T18:54:47.622" v="336" actId="1076"/>
          <ac:picMkLst>
            <pc:docMk/>
            <pc:sldMk cId="0" sldId="262"/>
            <ac:picMk id="14" creationId="{BA7F9357-EEEA-66CC-9414-C9ECACE14DE5}"/>
          </ac:picMkLst>
        </pc:picChg>
      </pc:sldChg>
      <pc:sldChg chg="addSp delSp">
        <pc:chgData name="Guest User" userId="" providerId="Windows Live" clId="Web-{511CB3C4-FBED-09B5-CD03-B410C2C6E5B1}" dt="2026-10-09T18:53:06.727" v="331"/>
        <pc:sldMkLst>
          <pc:docMk/>
          <pc:sldMk cId="0" sldId="263"/>
        </pc:sldMkLst>
        <pc:picChg chg="add del">
          <ac:chgData name="Guest User" userId="" providerId="Windows Live" clId="Web-{511CB3C4-FBED-09B5-CD03-B410C2C6E5B1}" dt="2026-10-09T18:53:06.727" v="331"/>
          <ac:picMkLst>
            <pc:docMk/>
            <pc:sldMk cId="0" sldId="263"/>
            <ac:picMk id="17" creationId="{DEB36F49-1C7C-0B08-438E-475696AB278D}"/>
          </ac:picMkLst>
        </pc:picChg>
      </pc:sldChg>
      <pc:sldChg chg="addSp delSp modSp del">
        <pc:chgData name="Guest User" userId="" providerId="Windows Live" clId="Web-{511CB3C4-FBED-09B5-CD03-B410C2C6E5B1}" dt="2026-10-09T18:54:18.683" v="332"/>
        <pc:sldMkLst>
          <pc:docMk/>
          <pc:sldMk cId="2263554614" sldId="264"/>
        </pc:sldMkLst>
        <pc:picChg chg="add mod">
          <ac:chgData name="Guest User" userId="" providerId="Windows Live" clId="Web-{511CB3C4-FBED-09B5-CD03-B410C2C6E5B1}" dt="2026-10-09T18:51:01.326" v="328" actId="1076"/>
          <ac:picMkLst>
            <pc:docMk/>
            <pc:sldMk cId="2263554614" sldId="264"/>
            <ac:picMk id="3" creationId="{900E4EBF-05A6-0BDC-F6AA-2E38B3B6B0CA}"/>
          </ac:picMkLst>
        </pc:picChg>
        <pc:picChg chg="del">
          <ac:chgData name="Guest User" userId="" providerId="Windows Live" clId="Web-{511CB3C4-FBED-09B5-CD03-B410C2C6E5B1}" dt="2026-10-09T18:51:08.436" v="329"/>
          <ac:picMkLst>
            <pc:docMk/>
            <pc:sldMk cId="2263554614" sldId="264"/>
            <ac:picMk id="4" creationId="{DFC333DE-4480-2EC0-2B0C-EE27996E6A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19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>
                <a:solidFill>
                  <a:schemeClr val="accent6"/>
                </a:solidFill>
              </a:rPr>
              <a:t>Genesis Ideathon – Pre-Ideathon Template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chemeClr val="accent3"/>
                </a:solidFill>
              </a:rPr>
              <a:t>PRE-IDEATHON TEMPLATE</a:t>
            </a:r>
            <a:endParaRPr lang="en-US" sz="120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/>
          </a:p>
        </p:txBody>
      </p:sp>
      <p:sp>
        <p:nvSpPr>
          <p:cNvPr id="13" name="Section Chip"/>
          <p:cNvSpPr/>
          <p:nvPr/>
        </p:nvSpPr>
        <p:spPr>
          <a:xfrm>
            <a:off x="281940" y="251460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chemeClr val="bg1"/>
                </a:solidFill>
              </a:rPr>
              <a:t>TEAM &amp; DOMAIN</a:t>
            </a:r>
            <a:endParaRPr lang="en-US" sz="1300"/>
          </a:p>
        </p:txBody>
      </p:sp>
      <p:sp>
        <p:nvSpPr>
          <p:cNvPr id="15" name="Cover Fields"/>
          <p:cNvSpPr txBox="1"/>
          <p:nvPr/>
        </p:nvSpPr>
        <p:spPr>
          <a:xfrm>
            <a:off x="182879" y="3080727"/>
            <a:ext cx="10981945" cy="348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>
                <a:solidFill>
                  <a:schemeClr val="bg1"/>
                </a:solidFill>
              </a:rPr>
              <a:t>Team Name </a:t>
            </a:r>
            <a:r>
              <a:rPr lang="en-US">
                <a:solidFill>
                  <a:schemeClr val="bg1"/>
                </a:solidFill>
              </a:rPr>
              <a:t>: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b="1">
                <a:solidFill>
                  <a:schemeClr val="bg1"/>
                </a:solidFill>
                <a:cs typeface="Arial" panose="020B0604020202020204" pitchFamily="34" charset="0"/>
              </a:rPr>
              <a:t>Gryffindor</a:t>
            </a:r>
            <a:endParaRPr lang="en-US" b="1">
              <a:cs typeface="Arial" panose="020B0604020202020204" pitchFamily="34" charset="0"/>
            </a:endParaRP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bg1"/>
                </a:solidFill>
              </a:rPr>
              <a:t>Team Members :</a:t>
            </a:r>
          </a:p>
          <a:p>
            <a:pPr marL="342900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Sarvesh S - CB.EN.U4CCE26148</a:t>
            </a:r>
          </a:p>
          <a:p>
            <a:pPr marL="342900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Dilip Kumar A - CB.EN.U4CCE26118</a:t>
            </a:r>
          </a:p>
          <a:p>
            <a:pPr marL="342900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Abhijith S - CB.EN.U4CCE26101</a:t>
            </a:r>
          </a:p>
          <a:p>
            <a:pPr marL="342900" indent="-342900">
              <a:spcAft>
                <a:spcPts val="1400"/>
              </a:spcAft>
              <a:buClr>
                <a:schemeClr val="accent3"/>
              </a:buClr>
              <a:buSzPct val="100000"/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</a:rPr>
              <a:t>Muhammad Rayyan K A - CB.EN.U4CCE26030</a:t>
            </a:r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>
                <a:solidFill>
                  <a:schemeClr val="bg1"/>
                </a:solidFill>
              </a:rPr>
              <a:t>Selected Domain </a:t>
            </a:r>
            <a:r>
              <a:rPr lang="en-US" sz="1800" b="1">
                <a:solidFill>
                  <a:schemeClr val="bg1"/>
                </a:solidFill>
              </a:rPr>
              <a:t>: #2 - Energy, Mobility and Smart Infrastructure</a:t>
            </a:r>
            <a:endParaRPr lang="en-US" sz="1800" b="1"/>
          </a:p>
          <a:p>
            <a:pPr marL="285750" indent="-285750">
              <a:spcAft>
                <a:spcPts val="14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>
                <a:solidFill>
                  <a:schemeClr val="bg1"/>
                </a:solidFill>
              </a:rPr>
              <a:t>Problem Statement :</a:t>
            </a:r>
            <a:r>
              <a:rPr lang="en-US" sz="1800" b="1">
                <a:solidFill>
                  <a:schemeClr val="bg1"/>
                </a:solidFill>
              </a:rPr>
              <a:t>To </a:t>
            </a:r>
            <a:r>
              <a:rPr lang="en-US" b="1">
                <a:solidFill>
                  <a:schemeClr val="bg1"/>
                </a:solidFill>
              </a:rPr>
              <a:t>create Efficient Utilization and Accessibility of EV Charging Infrastructure in India</a:t>
            </a:r>
            <a:endParaRPr lang="en-US" sz="1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646908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435290" cy="758952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35024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accent5"/>
                </a:solidFill>
              </a:rPr>
              <a:t>TEAM</a:t>
            </a:r>
          </a:p>
          <a:p>
            <a:r>
              <a:rPr lang="en-US" sz="2000" b="1">
                <a:solidFill>
                  <a:srgbClr val="026855"/>
                </a:solidFill>
              </a:rPr>
              <a:t>Gryffindor</a:t>
            </a:r>
            <a:endParaRPr lang="en-US" sz="2000"/>
          </a:p>
        </p:txBody>
      </p:sp>
      <p:sp>
        <p:nvSpPr>
          <p:cNvPr id="7" name="Lead Icon Hex"/>
          <p:cNvSpPr/>
          <p:nvPr/>
        </p:nvSpPr>
        <p:spPr>
          <a:xfrm>
            <a:off x="618473" y="1268943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13" y="1323699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47572" y="1209859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736092" y="1664878"/>
            <a:ext cx="10424160" cy="4644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/>
              <a:t>In India, even though the use of EV vehicles have rapidly increased, the charging stations have not kept their pace with the growing demand effectively</a:t>
            </a:r>
            <a:r>
              <a:rPr lang="en-US"/>
              <a:t>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 Charging operators face a high difficulty in supplying the demand, in planning the capacity of their stations and in keeping the prices economical.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The consumers are not properly aware of the cost of charging, availability of the services and about the waiting hours.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The objective is to address these challenges and improve the efficiency, availability and user accessibility of the growing charging network.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800"/>
              <a:t>India is rapidly evolving</a:t>
            </a:r>
            <a:r>
              <a:rPr lang="en-US"/>
              <a:t> in </a:t>
            </a:r>
            <a:r>
              <a:rPr lang="en-US" sz="1800"/>
              <a:t>EV technologies and has become a major global market for the investors around the globe and by the Government on </a:t>
            </a:r>
            <a:r>
              <a:rPr lang="en-US"/>
              <a:t>EV technologies.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So, when these infrastructures are deployed, it is not only important to increase the count of the charging stations but to make it easily accessible to its users.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Addressing this problem now can very well control future congestion and help in reduction of unused charging stations, while increasing the user experience of India's growing EV charging network.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317948" y="182881"/>
            <a:ext cx="2928171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67028" y="3175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 users, stakeholders, beneficiaries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9FB0E4-127B-C5A8-7CD2-0914D3343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182" y="1078301"/>
            <a:ext cx="12214741" cy="533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D3A33B-6816-F9D7-E70D-F1C698B79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09" y="214902"/>
            <a:ext cx="1475360" cy="1572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059215" y="377549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463622" y="1225047"/>
            <a:ext cx="3456702" cy="4893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v"/>
              <a:defRPr/>
            </a:pPr>
            <a:r>
              <a:rPr lang="en-US" sz="2400" b="1">
                <a:solidFill>
                  <a:srgbClr val="0E2A2F"/>
                </a:solidFill>
                <a:latin typeface="Calibri"/>
                <a:ea typeface="Calibri"/>
                <a:cs typeface="Calibri"/>
              </a:rPr>
              <a:t>Existing scenario and  background:</a:t>
            </a:r>
            <a:endParaRPr lang="en-US" sz="2400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>
                <a:solidFill>
                  <a:srgbClr val="0E2A2F"/>
                </a:solidFill>
                <a:latin typeface="Calibri"/>
                <a:ea typeface="Calibri"/>
                <a:cs typeface="Calibri"/>
              </a:rPr>
              <a:t>Rapid growth of electric mobility systems is observed in India.</a:t>
            </a: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>
                <a:solidFill>
                  <a:srgbClr val="0E2A2F"/>
                </a:solidFill>
                <a:latin typeface="Calibri"/>
                <a:ea typeface="Calibri"/>
                <a:cs typeface="Calibri"/>
              </a:rPr>
              <a:t>Charging station's utility varies based on time and location.</a:t>
            </a: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>
                <a:solidFill>
                  <a:srgbClr val="0E2A2F"/>
                </a:solidFill>
                <a:latin typeface="Calibri"/>
                <a:ea typeface="Calibri"/>
                <a:cs typeface="Calibri"/>
              </a:rPr>
              <a:t>In this case some charging stations are not used while some charging stations are facing congestion.</a:t>
            </a: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>
                <a:solidFill>
                  <a:srgbClr val="0E2A2F"/>
                </a:solidFill>
                <a:latin typeface="Calibri"/>
                <a:ea typeface="Calibri"/>
                <a:cs typeface="Calibri"/>
              </a:rPr>
              <a:t>Drivers struggle to find the nearby, affordable EV charging stations.</a:t>
            </a: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Clr>
                <a:srgbClr val="026855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 b="1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rgbClr val="026855"/>
              </a:buClr>
              <a:buSzPct val="100000"/>
              <a:buFont typeface="Arial"/>
              <a:buChar char="•"/>
              <a:defRPr/>
            </a:pPr>
            <a:endParaRPr lang="en-US">
              <a:solidFill>
                <a:srgbClr val="0E2A2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8B5F6-28B3-B8B6-D829-F7419A5B1F6D}"/>
              </a:ext>
            </a:extLst>
          </p:cNvPr>
          <p:cNvSpPr txBox="1"/>
          <p:nvPr/>
        </p:nvSpPr>
        <p:spPr>
          <a:xfrm>
            <a:off x="4192098" y="1227538"/>
            <a:ext cx="3582174" cy="489364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❖</a:t>
            </a:r>
            <a:r>
              <a:rPr lang="en-US" sz="2400" dirty="0">
                <a:ea typeface="Calibri"/>
                <a:cs typeface="Calibri"/>
              </a:rPr>
              <a:t> </a:t>
            </a:r>
            <a:r>
              <a:rPr lang="en-US" sz="2400" b="1">
                <a:ea typeface="Calibri"/>
                <a:cs typeface="Calibri"/>
              </a:rPr>
              <a:t>Relevant data or facts: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Charging station's demand fluctuates throughout the day.</a:t>
            </a:r>
          </a:p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This wastes the user's leisure time.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Wingdings,sans-serif"/>
              <a:buChar char="§"/>
            </a:pPr>
            <a:r>
              <a:rPr lang="en-US">
                <a:ea typeface="Calibri"/>
                <a:cs typeface="Calibri"/>
              </a:rPr>
              <a:t>EV charging station owners face a negative financial outcome due to uneven usage.</a:t>
            </a:r>
          </a:p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Integrating this with AI's will be very useful  for both the ends.</a:t>
            </a:r>
          </a:p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AI's can predict the demand and optimize the usage.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CDC7E1-8A91-4176-3DB4-D58F50D410D5}"/>
              </a:ext>
            </a:extLst>
          </p:cNvPr>
          <p:cNvSpPr txBox="1"/>
          <p:nvPr/>
        </p:nvSpPr>
        <p:spPr>
          <a:xfrm>
            <a:off x="8066367" y="1225047"/>
            <a:ext cx="3827736" cy="498598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❖</a:t>
            </a:r>
            <a:r>
              <a:rPr lang="en-US" sz="2400" dirty="0">
                <a:ea typeface="Calibri"/>
                <a:cs typeface="Calibri"/>
              </a:rPr>
              <a:t> </a:t>
            </a:r>
            <a:r>
              <a:rPr lang="en-US" sz="2400" b="1">
                <a:ea typeface="Calibri"/>
                <a:cs typeface="Calibri"/>
              </a:rPr>
              <a:t>Current workflow:</a:t>
            </a:r>
            <a:endParaRPr lang="en-US">
              <a:ea typeface="Calibri"/>
              <a:cs typeface="Calibri"/>
            </a:endParaRPr>
          </a:p>
          <a:p>
            <a:endParaRPr lang="en-US" sz="2400" b="1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Drivers or vehicle owners search for a nearby charging power station.</a:t>
            </a:r>
          </a:p>
          <a:p>
            <a:pPr marL="342900" indent="-342900">
              <a:buFont typeface="Wingdings"/>
              <a:buChar char="§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Drivers may find difficult to compare the prices and availability of the </a:t>
            </a:r>
            <a:r>
              <a:rPr lang="en-US" err="1">
                <a:ea typeface="Calibri"/>
                <a:cs typeface="Calibri"/>
              </a:rPr>
              <a:t>charg</a:t>
            </a:r>
            <a:r>
              <a:rPr lang="en-US">
                <a:ea typeface="Calibri"/>
                <a:cs typeface="Calibri"/>
              </a:rPr>
              <a:t>ing power stations.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r>
              <a:rPr lang="en-US" dirty="0">
                <a:ea typeface="Calibri"/>
                <a:cs typeface="Calibri"/>
              </a:rPr>
              <a:t>Drivers may find difficult to compare the prices and availability of the </a:t>
            </a:r>
            <a:r>
              <a:rPr lang="en-US">
                <a:ea typeface="Calibri"/>
                <a:cs typeface="Calibri"/>
              </a:rPr>
              <a:t>charging power stations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They may face unexpected time delays. 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C99C43-31F4-5E4D-F8C1-953FB60FC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48" y="334843"/>
            <a:ext cx="1475360" cy="1572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80280" y="131727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20" y="137808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F51757-E4A3-B61E-1476-FF662DD18E14}"/>
              </a:ext>
            </a:extLst>
          </p:cNvPr>
          <p:cNvSpPr txBox="1"/>
          <p:nvPr/>
        </p:nvSpPr>
        <p:spPr>
          <a:xfrm>
            <a:off x="628920" y="1349978"/>
            <a:ext cx="10984954" cy="1589247"/>
          </a:xfrm>
          <a:custGeom>
            <a:avLst/>
            <a:gdLst>
              <a:gd name="csX0" fmla="*/ 11097 w 11013713"/>
              <a:gd name="csY0" fmla="*/ 0 h 1514735"/>
              <a:gd name="csX1" fmla="*/ 10994074 w 11013713"/>
              <a:gd name="csY1" fmla="*/ 19665 h 1514735"/>
              <a:gd name="csX2" fmla="*/ 11013713 w 11013713"/>
              <a:gd name="csY2" fmla="*/ 1488926 h 1514735"/>
              <a:gd name="csX3" fmla="*/ 1187 w 11013713"/>
              <a:gd name="csY3" fmla="*/ 1514735 h 1514735"/>
              <a:gd name="csX4" fmla="*/ 11097 w 11013713"/>
              <a:gd name="csY4" fmla="*/ 0 h 1514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013713" h="1514735">
                <a:moveTo>
                  <a:pt x="11097" y="0"/>
                </a:moveTo>
                <a:lnTo>
                  <a:pt x="10994074" y="19665"/>
                </a:lnTo>
                <a:lnTo>
                  <a:pt x="11013713" y="1488926"/>
                </a:lnTo>
                <a:lnTo>
                  <a:pt x="1187" y="1514735"/>
                </a:lnTo>
                <a:cubicBezTo>
                  <a:pt x="-5368" y="-95987"/>
                  <a:pt x="17652" y="1610722"/>
                  <a:pt x="11097" y="0"/>
                </a:cubicBez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94542"/>
                </a:solidFill>
              </a:rPr>
              <a:t>Main difficulties &amp; Bottlenecks :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An uneven charger usage – very busy during peak hours and idle during off-time hours.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Unpredictable demand and long waiting times.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Inefficient pricing and reduced operator profitability.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Inaccurate data regarding real-time availability of charging units</a:t>
            </a:r>
            <a:r>
              <a:rPr lang="en-IN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9454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94542"/>
                </a:solidFill>
              </a:rPr>
              <a:t>Root causes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404"/>
                </a:solidFill>
              </a:rPr>
              <a:t>Lack of real-time monitoring of the EV stations</a:t>
            </a:r>
            <a:r>
              <a:rPr lang="en-US">
                <a:solidFill>
                  <a:srgbClr val="094542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404"/>
                </a:solidFill>
              </a:rPr>
              <a:t>Inefficient pricing and reduced proper maintenance.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404"/>
                </a:solidFill>
              </a:rPr>
              <a:t>Lack of integration of charging networks.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404"/>
                </a:solidFill>
              </a:rPr>
              <a:t>Inadequate predictive measures for the demand and poor strategies.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>
              <a:solidFill>
                <a:srgbClr val="09454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>
                <a:solidFill>
                  <a:srgbClr val="094542"/>
                </a:solidFill>
              </a:rPr>
              <a:t>Consequences</a:t>
            </a:r>
            <a:r>
              <a:rPr lang="en-IN" b="1">
                <a:solidFill>
                  <a:srgbClr val="094542"/>
                </a:solidFill>
              </a:rPr>
              <a:t>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Revenue losses for charging operators.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Longer queues and inconvenience for EV users.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Reduced user confidence and slower EV adoption.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rgbClr val="000404"/>
                </a:solidFill>
              </a:rPr>
              <a:t>Unnecessary infrastructure expansion and resource wastage.</a:t>
            </a:r>
            <a:endParaRPr lang="en-IN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>
              <a:solidFill>
                <a:srgbClr val="0E2A2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403EB6-5B34-E1B1-55F9-C7F26D4C05E3}"/>
              </a:ext>
            </a:extLst>
          </p:cNvPr>
          <p:cNvSpPr/>
          <p:nvPr/>
        </p:nvSpPr>
        <p:spPr>
          <a:xfrm>
            <a:off x="603504" y="1378082"/>
            <a:ext cx="10890406" cy="1483105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2FF68C-7A08-CC5B-94E8-FDF08948F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79" y="2969508"/>
            <a:ext cx="10900593" cy="14936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972EFF-3F4F-0A18-54D9-1D54CBD46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95" y="4657412"/>
            <a:ext cx="10900593" cy="14936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BD9CCF-C875-00F6-AAF4-20681B8A0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92" y="334607"/>
            <a:ext cx="1475360" cy="1572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57C4D-11FE-33AA-3471-673887D2DB4A}"/>
              </a:ext>
            </a:extLst>
          </p:cNvPr>
          <p:cNvSpPr txBox="1"/>
          <p:nvPr/>
        </p:nvSpPr>
        <p:spPr>
          <a:xfrm>
            <a:off x="264223" y="1415181"/>
            <a:ext cx="3493878" cy="467540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ea typeface="+mn-lt"/>
                <a:cs typeface="+mn-lt"/>
              </a:rPr>
              <a:t>Existing approach</a:t>
            </a:r>
            <a:endParaRPr lang="en-US" sz="2400"/>
          </a:p>
          <a:p>
            <a:endParaRPr lang="en-US" b="1" dirty="0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✓Charger discovery apps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✓Individual network apps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✓Operator management software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✓Manual monitoring and fixed pricing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✓Interoperability standards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284E4-51DC-379C-1E10-042B5A355030}"/>
              </a:ext>
            </a:extLst>
          </p:cNvPr>
          <p:cNvSpPr txBox="1"/>
          <p:nvPr/>
        </p:nvSpPr>
        <p:spPr>
          <a:xfrm>
            <a:off x="4349277" y="1411541"/>
            <a:ext cx="3491709" cy="4675406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ea typeface="+mn-lt"/>
                <a:cs typeface="+mn-lt"/>
              </a:rPr>
              <a:t>Main limitation</a:t>
            </a:r>
            <a:endParaRPr lang="en-US" sz="240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✧ Finding a charger doesn't guarantee the best charging experience.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✧ Information can be fragmented across networks.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✧ Capabilities vary; operators may still need to interpret data and act.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✧ Slow decisions and limited predictive capability.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✧ Data exchange does not automatically create optimization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DAD4F-B780-B5D2-5768-3A88EA97A0D7}"/>
              </a:ext>
            </a:extLst>
          </p:cNvPr>
          <p:cNvSpPr txBox="1"/>
          <p:nvPr/>
        </p:nvSpPr>
        <p:spPr>
          <a:xfrm>
            <a:off x="8431027" y="1413834"/>
            <a:ext cx="3498404" cy="4732020"/>
          </a:xfrm>
          <a:prstGeom prst="roundRect">
            <a:avLst/>
          </a:prstGeom>
          <a:noFill/>
          <a:ln>
            <a:solidFill>
              <a:srgbClr val="E81083">
                <a:alpha val="83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ea typeface="+mn-lt"/>
                <a:cs typeface="+mn-lt"/>
              </a:rPr>
              <a:t>Opportunity for our solution</a:t>
            </a:r>
            <a:endParaRPr lang="en-US" sz="2400"/>
          </a:p>
          <a:p>
            <a:endParaRPr lang="en-US" b="1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◇ Rank chargers by effective cost, wait, distance and reliability.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◇ Cross-network comparison where integrations permit.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◇ Action-oriented forecasting and recommendations.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◇ Demand forecasting and scenario-based pricing recommendations.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◇ Combine available data into useful decisions.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85F308-2E9D-7609-378C-1A6DB66EF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92" y="343131"/>
            <a:ext cx="1475360" cy="1572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393192" y="256032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9454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Resources required to solve the problem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5ADDED-2FAC-FD34-D780-A1EACEE767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5" b="2584"/>
          <a:stretch>
            <a:fillRect/>
          </a:stretch>
        </p:blipFill>
        <p:spPr>
          <a:xfrm>
            <a:off x="0" y="1170432"/>
            <a:ext cx="12192000" cy="50042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7F9357-EEEA-66CC-9414-C9ECACE14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75" y="285405"/>
            <a:ext cx="1475360" cy="1572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>
                <a:ln>
                  <a:noFill/>
                </a:ln>
                <a:solidFill>
                  <a:srgbClr val="5B6F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A2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268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Gryffindor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52B3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52B3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788D8-F50E-1BB4-E3E4-7F377B7902A7}"/>
              </a:ext>
            </a:extLst>
          </p:cNvPr>
          <p:cNvSpPr txBox="1"/>
          <p:nvPr/>
        </p:nvSpPr>
        <p:spPr>
          <a:xfrm>
            <a:off x="218440" y="1371600"/>
            <a:ext cx="3743960" cy="4708981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solidFill>
              <a:srgbClr val="00B0F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sX0" fmla="*/ 0 w 3743960"/>
                      <a:gd name="csY0" fmla="*/ 0 h 4708981"/>
                      <a:gd name="csX1" fmla="*/ 534851 w 3743960"/>
                      <a:gd name="csY1" fmla="*/ 0 h 4708981"/>
                      <a:gd name="csX2" fmla="*/ 957384 w 3743960"/>
                      <a:gd name="csY2" fmla="*/ 0 h 4708981"/>
                      <a:gd name="csX3" fmla="*/ 1379917 w 3743960"/>
                      <a:gd name="csY3" fmla="*/ 0 h 4708981"/>
                      <a:gd name="csX4" fmla="*/ 1989647 w 3743960"/>
                      <a:gd name="csY4" fmla="*/ 0 h 4708981"/>
                      <a:gd name="csX5" fmla="*/ 2449620 w 3743960"/>
                      <a:gd name="csY5" fmla="*/ 0 h 4708981"/>
                      <a:gd name="csX6" fmla="*/ 2872152 w 3743960"/>
                      <a:gd name="csY6" fmla="*/ 0 h 4708981"/>
                      <a:gd name="csX7" fmla="*/ 3743960 w 3743960"/>
                      <a:gd name="csY7" fmla="*/ 0 h 4708981"/>
                      <a:gd name="csX8" fmla="*/ 3743960 w 3743960"/>
                      <a:gd name="csY8" fmla="*/ 541533 h 4708981"/>
                      <a:gd name="csX9" fmla="*/ 3743960 w 3743960"/>
                      <a:gd name="csY9" fmla="*/ 1224335 h 4708981"/>
                      <a:gd name="csX10" fmla="*/ 3743960 w 3743960"/>
                      <a:gd name="csY10" fmla="*/ 1860047 h 4708981"/>
                      <a:gd name="csX11" fmla="*/ 3743960 w 3743960"/>
                      <a:gd name="csY11" fmla="*/ 2307401 h 4708981"/>
                      <a:gd name="csX12" fmla="*/ 3743960 w 3743960"/>
                      <a:gd name="csY12" fmla="*/ 2754754 h 4708981"/>
                      <a:gd name="csX13" fmla="*/ 3743960 w 3743960"/>
                      <a:gd name="csY13" fmla="*/ 3202107 h 4708981"/>
                      <a:gd name="csX14" fmla="*/ 3743960 w 3743960"/>
                      <a:gd name="csY14" fmla="*/ 3790730 h 4708981"/>
                      <a:gd name="csX15" fmla="*/ 3743960 w 3743960"/>
                      <a:gd name="csY15" fmla="*/ 4708981 h 4708981"/>
                      <a:gd name="csX16" fmla="*/ 3283988 w 3743960"/>
                      <a:gd name="csY16" fmla="*/ 4708981 h 4708981"/>
                      <a:gd name="csX17" fmla="*/ 2861455 w 3743960"/>
                      <a:gd name="csY17" fmla="*/ 4708981 h 4708981"/>
                      <a:gd name="csX18" fmla="*/ 2289164 w 3743960"/>
                      <a:gd name="csY18" fmla="*/ 4708981 h 4708981"/>
                      <a:gd name="csX19" fmla="*/ 1716873 w 3743960"/>
                      <a:gd name="csY19" fmla="*/ 4708981 h 4708981"/>
                      <a:gd name="csX20" fmla="*/ 1182022 w 3743960"/>
                      <a:gd name="csY20" fmla="*/ 4708981 h 4708981"/>
                      <a:gd name="csX21" fmla="*/ 722049 w 3743960"/>
                      <a:gd name="csY21" fmla="*/ 4708981 h 4708981"/>
                      <a:gd name="csX22" fmla="*/ 0 w 3743960"/>
                      <a:gd name="csY22" fmla="*/ 4708981 h 4708981"/>
                      <a:gd name="csX23" fmla="*/ 0 w 3743960"/>
                      <a:gd name="csY23" fmla="*/ 4167448 h 4708981"/>
                      <a:gd name="csX24" fmla="*/ 0 w 3743960"/>
                      <a:gd name="csY24" fmla="*/ 3673005 h 4708981"/>
                      <a:gd name="csX25" fmla="*/ 0 w 3743960"/>
                      <a:gd name="csY25" fmla="*/ 3084383 h 4708981"/>
                      <a:gd name="csX26" fmla="*/ 0 w 3743960"/>
                      <a:gd name="csY26" fmla="*/ 2495760 h 4708981"/>
                      <a:gd name="csX27" fmla="*/ 0 w 3743960"/>
                      <a:gd name="csY27" fmla="*/ 2048407 h 4708981"/>
                      <a:gd name="csX28" fmla="*/ 0 w 3743960"/>
                      <a:gd name="csY28" fmla="*/ 1459784 h 4708981"/>
                      <a:gd name="csX29" fmla="*/ 0 w 3743960"/>
                      <a:gd name="csY29" fmla="*/ 776982 h 4708981"/>
                      <a:gd name="csX30" fmla="*/ 0 w 3743960"/>
                      <a:gd name="csY30" fmla="*/ 0 h 470898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3743960" h="4708981" fill="none" extrusionOk="0">
                        <a:moveTo>
                          <a:pt x="0" y="0"/>
                        </a:moveTo>
                        <a:cubicBezTo>
                          <a:pt x="204819" y="-47117"/>
                          <a:pt x="302398" y="42182"/>
                          <a:pt x="534851" y="0"/>
                        </a:cubicBezTo>
                        <a:cubicBezTo>
                          <a:pt x="767304" y="-42182"/>
                          <a:pt x="809370" y="32258"/>
                          <a:pt x="957384" y="0"/>
                        </a:cubicBezTo>
                        <a:cubicBezTo>
                          <a:pt x="1105398" y="-32258"/>
                          <a:pt x="1279890" y="15285"/>
                          <a:pt x="1379917" y="0"/>
                        </a:cubicBezTo>
                        <a:cubicBezTo>
                          <a:pt x="1479944" y="-15285"/>
                          <a:pt x="1726707" y="11228"/>
                          <a:pt x="1989647" y="0"/>
                        </a:cubicBezTo>
                        <a:cubicBezTo>
                          <a:pt x="2252587" y="-11228"/>
                          <a:pt x="2268580" y="31135"/>
                          <a:pt x="2449620" y="0"/>
                        </a:cubicBezTo>
                        <a:cubicBezTo>
                          <a:pt x="2630660" y="-31135"/>
                          <a:pt x="2726458" y="15879"/>
                          <a:pt x="2872152" y="0"/>
                        </a:cubicBezTo>
                        <a:cubicBezTo>
                          <a:pt x="3017846" y="-15879"/>
                          <a:pt x="3476741" y="90287"/>
                          <a:pt x="3743960" y="0"/>
                        </a:cubicBezTo>
                        <a:cubicBezTo>
                          <a:pt x="3744419" y="140994"/>
                          <a:pt x="3731086" y="345789"/>
                          <a:pt x="3743960" y="541533"/>
                        </a:cubicBezTo>
                        <a:cubicBezTo>
                          <a:pt x="3756834" y="737277"/>
                          <a:pt x="3713479" y="964225"/>
                          <a:pt x="3743960" y="1224335"/>
                        </a:cubicBezTo>
                        <a:cubicBezTo>
                          <a:pt x="3774441" y="1484445"/>
                          <a:pt x="3696350" y="1620732"/>
                          <a:pt x="3743960" y="1860047"/>
                        </a:cubicBezTo>
                        <a:cubicBezTo>
                          <a:pt x="3791570" y="2099362"/>
                          <a:pt x="3720829" y="2091536"/>
                          <a:pt x="3743960" y="2307401"/>
                        </a:cubicBezTo>
                        <a:cubicBezTo>
                          <a:pt x="3767091" y="2523266"/>
                          <a:pt x="3741710" y="2656788"/>
                          <a:pt x="3743960" y="2754754"/>
                        </a:cubicBezTo>
                        <a:cubicBezTo>
                          <a:pt x="3746210" y="2852720"/>
                          <a:pt x="3704356" y="3080622"/>
                          <a:pt x="3743960" y="3202107"/>
                        </a:cubicBezTo>
                        <a:cubicBezTo>
                          <a:pt x="3783564" y="3323592"/>
                          <a:pt x="3740956" y="3599602"/>
                          <a:pt x="3743960" y="3790730"/>
                        </a:cubicBezTo>
                        <a:cubicBezTo>
                          <a:pt x="3746964" y="3981858"/>
                          <a:pt x="3643315" y="4254053"/>
                          <a:pt x="3743960" y="4708981"/>
                        </a:cubicBezTo>
                        <a:cubicBezTo>
                          <a:pt x="3631057" y="4717657"/>
                          <a:pt x="3479829" y="4659449"/>
                          <a:pt x="3283988" y="4708981"/>
                        </a:cubicBezTo>
                        <a:cubicBezTo>
                          <a:pt x="3088147" y="4758513"/>
                          <a:pt x="3018815" y="4675047"/>
                          <a:pt x="2861455" y="4708981"/>
                        </a:cubicBezTo>
                        <a:cubicBezTo>
                          <a:pt x="2704095" y="4742915"/>
                          <a:pt x="2503779" y="4686282"/>
                          <a:pt x="2289164" y="4708981"/>
                        </a:cubicBezTo>
                        <a:cubicBezTo>
                          <a:pt x="2074549" y="4731680"/>
                          <a:pt x="1984993" y="4703726"/>
                          <a:pt x="1716873" y="4708981"/>
                        </a:cubicBezTo>
                        <a:cubicBezTo>
                          <a:pt x="1448753" y="4714236"/>
                          <a:pt x="1348140" y="4645878"/>
                          <a:pt x="1182022" y="4708981"/>
                        </a:cubicBezTo>
                        <a:cubicBezTo>
                          <a:pt x="1015904" y="4772084"/>
                          <a:pt x="925508" y="4696143"/>
                          <a:pt x="722049" y="4708981"/>
                        </a:cubicBezTo>
                        <a:cubicBezTo>
                          <a:pt x="518590" y="4721819"/>
                          <a:pt x="266116" y="4708841"/>
                          <a:pt x="0" y="4708981"/>
                        </a:cubicBezTo>
                        <a:cubicBezTo>
                          <a:pt x="-15402" y="4496655"/>
                          <a:pt x="29948" y="4427127"/>
                          <a:pt x="0" y="4167448"/>
                        </a:cubicBezTo>
                        <a:cubicBezTo>
                          <a:pt x="-29948" y="3907769"/>
                          <a:pt x="44733" y="3859016"/>
                          <a:pt x="0" y="3673005"/>
                        </a:cubicBezTo>
                        <a:cubicBezTo>
                          <a:pt x="-44733" y="3486994"/>
                          <a:pt x="42760" y="3344480"/>
                          <a:pt x="0" y="3084383"/>
                        </a:cubicBezTo>
                        <a:cubicBezTo>
                          <a:pt x="-42760" y="2824286"/>
                          <a:pt x="50111" y="2660846"/>
                          <a:pt x="0" y="2495760"/>
                        </a:cubicBezTo>
                        <a:cubicBezTo>
                          <a:pt x="-50111" y="2330674"/>
                          <a:pt x="14630" y="2213098"/>
                          <a:pt x="0" y="2048407"/>
                        </a:cubicBezTo>
                        <a:cubicBezTo>
                          <a:pt x="-14630" y="1883716"/>
                          <a:pt x="56670" y="1698641"/>
                          <a:pt x="0" y="1459784"/>
                        </a:cubicBezTo>
                        <a:cubicBezTo>
                          <a:pt x="-56670" y="1220927"/>
                          <a:pt x="70327" y="1056057"/>
                          <a:pt x="0" y="776982"/>
                        </a:cubicBezTo>
                        <a:cubicBezTo>
                          <a:pt x="-70327" y="497907"/>
                          <a:pt x="13147" y="265786"/>
                          <a:pt x="0" y="0"/>
                        </a:cubicBezTo>
                        <a:close/>
                      </a:path>
                      <a:path w="3743960" h="4708981" stroke="0" extrusionOk="0">
                        <a:moveTo>
                          <a:pt x="0" y="0"/>
                        </a:moveTo>
                        <a:cubicBezTo>
                          <a:pt x="223639" y="-13139"/>
                          <a:pt x="279220" y="49939"/>
                          <a:pt x="497412" y="0"/>
                        </a:cubicBezTo>
                        <a:cubicBezTo>
                          <a:pt x="715604" y="-49939"/>
                          <a:pt x="790161" y="6365"/>
                          <a:pt x="957384" y="0"/>
                        </a:cubicBezTo>
                        <a:cubicBezTo>
                          <a:pt x="1124607" y="-6365"/>
                          <a:pt x="1208157" y="2515"/>
                          <a:pt x="1417356" y="0"/>
                        </a:cubicBezTo>
                        <a:cubicBezTo>
                          <a:pt x="1626555" y="-2515"/>
                          <a:pt x="1643992" y="21741"/>
                          <a:pt x="1839889" y="0"/>
                        </a:cubicBezTo>
                        <a:cubicBezTo>
                          <a:pt x="2035786" y="-21741"/>
                          <a:pt x="2058692" y="43948"/>
                          <a:pt x="2262422" y="0"/>
                        </a:cubicBezTo>
                        <a:cubicBezTo>
                          <a:pt x="2466152" y="-43948"/>
                          <a:pt x="2517958" y="29908"/>
                          <a:pt x="2684954" y="0"/>
                        </a:cubicBezTo>
                        <a:cubicBezTo>
                          <a:pt x="2851950" y="-29908"/>
                          <a:pt x="3139132" y="22763"/>
                          <a:pt x="3257245" y="0"/>
                        </a:cubicBezTo>
                        <a:cubicBezTo>
                          <a:pt x="3375358" y="-22763"/>
                          <a:pt x="3550711" y="38571"/>
                          <a:pt x="3743960" y="0"/>
                        </a:cubicBezTo>
                        <a:cubicBezTo>
                          <a:pt x="3750116" y="236289"/>
                          <a:pt x="3711968" y="321491"/>
                          <a:pt x="3743960" y="494443"/>
                        </a:cubicBezTo>
                        <a:cubicBezTo>
                          <a:pt x="3775952" y="667395"/>
                          <a:pt x="3712512" y="868315"/>
                          <a:pt x="3743960" y="988886"/>
                        </a:cubicBezTo>
                        <a:cubicBezTo>
                          <a:pt x="3775408" y="1109457"/>
                          <a:pt x="3699247" y="1382207"/>
                          <a:pt x="3743960" y="1483329"/>
                        </a:cubicBezTo>
                        <a:cubicBezTo>
                          <a:pt x="3788673" y="1584451"/>
                          <a:pt x="3690591" y="1858208"/>
                          <a:pt x="3743960" y="1977772"/>
                        </a:cubicBezTo>
                        <a:cubicBezTo>
                          <a:pt x="3797329" y="2097336"/>
                          <a:pt x="3692925" y="2422942"/>
                          <a:pt x="3743960" y="2566395"/>
                        </a:cubicBezTo>
                        <a:cubicBezTo>
                          <a:pt x="3794995" y="2709848"/>
                          <a:pt x="3683687" y="2980283"/>
                          <a:pt x="3743960" y="3202107"/>
                        </a:cubicBezTo>
                        <a:cubicBezTo>
                          <a:pt x="3804233" y="3423931"/>
                          <a:pt x="3710636" y="3537049"/>
                          <a:pt x="3743960" y="3837820"/>
                        </a:cubicBezTo>
                        <a:cubicBezTo>
                          <a:pt x="3777284" y="4138591"/>
                          <a:pt x="3686862" y="4313411"/>
                          <a:pt x="3743960" y="4708981"/>
                        </a:cubicBezTo>
                        <a:cubicBezTo>
                          <a:pt x="3560956" y="4737081"/>
                          <a:pt x="3438393" y="4702640"/>
                          <a:pt x="3321427" y="4708981"/>
                        </a:cubicBezTo>
                        <a:cubicBezTo>
                          <a:pt x="3204461" y="4715322"/>
                          <a:pt x="2972028" y="4695406"/>
                          <a:pt x="2861455" y="4708981"/>
                        </a:cubicBezTo>
                        <a:cubicBezTo>
                          <a:pt x="2750882" y="4722556"/>
                          <a:pt x="2610247" y="4650773"/>
                          <a:pt x="2364043" y="4708981"/>
                        </a:cubicBezTo>
                        <a:cubicBezTo>
                          <a:pt x="2117839" y="4767189"/>
                          <a:pt x="1982265" y="4664091"/>
                          <a:pt x="1829192" y="4708981"/>
                        </a:cubicBezTo>
                        <a:cubicBezTo>
                          <a:pt x="1676119" y="4753871"/>
                          <a:pt x="1507457" y="4701970"/>
                          <a:pt x="1331780" y="4708981"/>
                        </a:cubicBezTo>
                        <a:cubicBezTo>
                          <a:pt x="1156103" y="4715992"/>
                          <a:pt x="1109668" y="4698900"/>
                          <a:pt x="909247" y="4708981"/>
                        </a:cubicBezTo>
                        <a:cubicBezTo>
                          <a:pt x="708826" y="4719062"/>
                          <a:pt x="238774" y="4614813"/>
                          <a:pt x="0" y="4708981"/>
                        </a:cubicBezTo>
                        <a:cubicBezTo>
                          <a:pt x="-60433" y="4553583"/>
                          <a:pt x="31989" y="4286073"/>
                          <a:pt x="0" y="4120358"/>
                        </a:cubicBezTo>
                        <a:cubicBezTo>
                          <a:pt x="-31989" y="3954643"/>
                          <a:pt x="47425" y="3739626"/>
                          <a:pt x="0" y="3531736"/>
                        </a:cubicBezTo>
                        <a:cubicBezTo>
                          <a:pt x="-47425" y="3323846"/>
                          <a:pt x="40443" y="3209781"/>
                          <a:pt x="0" y="3037293"/>
                        </a:cubicBezTo>
                        <a:cubicBezTo>
                          <a:pt x="-40443" y="2864805"/>
                          <a:pt x="29374" y="2685191"/>
                          <a:pt x="0" y="2495760"/>
                        </a:cubicBezTo>
                        <a:cubicBezTo>
                          <a:pt x="-29374" y="2306329"/>
                          <a:pt x="23051" y="2211437"/>
                          <a:pt x="0" y="2001317"/>
                        </a:cubicBezTo>
                        <a:cubicBezTo>
                          <a:pt x="-23051" y="1791197"/>
                          <a:pt x="3653" y="1643319"/>
                          <a:pt x="0" y="1459784"/>
                        </a:cubicBezTo>
                        <a:cubicBezTo>
                          <a:pt x="-3653" y="1276249"/>
                          <a:pt x="18342" y="1184419"/>
                          <a:pt x="0" y="1012431"/>
                        </a:cubicBezTo>
                        <a:cubicBezTo>
                          <a:pt x="-18342" y="840443"/>
                          <a:pt x="114680" y="3642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1. What Our Team Intends to Do</a:t>
            </a:r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Develop an AI-powered EV charging platform combining station utilization optimization with smart charger recommendations.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 charging station data to predict demand and identify available or underutilized chargers.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Recommend suitable charging stations to EV drivers based on availability, distance, price, and estimated waiting time.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4DECC-F2AF-58CA-7FE1-3BF4D366D9B5}"/>
              </a:ext>
            </a:extLst>
          </p:cNvPr>
          <p:cNvSpPr txBox="1"/>
          <p:nvPr/>
        </p:nvSpPr>
        <p:spPr>
          <a:xfrm>
            <a:off x="4292600" y="1376680"/>
            <a:ext cx="3586480" cy="46782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2. What We Want to Improve</a:t>
            </a:r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Reduce waiting times and congestion at busy charging stations.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Improve utilization of underused charging stations.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Help operators make better pricing and operational decisions.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Make EV charging more convenient, reliable, and cost-effective.</a:t>
            </a:r>
            <a:endParaRPr lang="en-US" sz="2000">
              <a:ea typeface="Calibri"/>
              <a:cs typeface="Calibri"/>
            </a:endParaRPr>
          </a:p>
          <a:p>
            <a:pPr algn="l"/>
            <a:endParaRPr lang="en-US" sz="20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E997C-528B-F760-E9C5-A2DB6158A67D}"/>
              </a:ext>
            </a:extLst>
          </p:cNvPr>
          <p:cNvSpPr txBox="1"/>
          <p:nvPr/>
        </p:nvSpPr>
        <p:spPr>
          <a:xfrm>
            <a:off x="8254999" y="1376680"/>
            <a:ext cx="3743960" cy="470898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3. What Successful Improvement Should Achieve</a:t>
            </a:r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Better distribution of EV charging demand across stations.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Reduced waiting time and fewer unnecessary trips to unavailable chargers.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Improved charger utilization and revenue potential for operators.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 smoother, more reliable charging experience for EV drivers.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B36F49-1C7C-0B08-438E-475696AB2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" y="384047"/>
            <a:ext cx="787933" cy="6733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revision>214</cp:revision>
  <dcterms:created xsi:type="dcterms:W3CDTF">2026-10-07T15:27:40Z</dcterms:created>
  <dcterms:modified xsi:type="dcterms:W3CDTF">2026-10-09T19:00:23Z</dcterms:modified>
</cp:coreProperties>
</file>